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handoutMasterIdLst>
    <p:handoutMasterId r:id="rId24"/>
  </p:handoutMasterIdLst>
  <p:sldIdLst>
    <p:sldId id="256" r:id="rId5"/>
    <p:sldId id="259" r:id="rId6"/>
    <p:sldId id="261" r:id="rId7"/>
    <p:sldId id="263" r:id="rId8"/>
    <p:sldId id="273" r:id="rId9"/>
    <p:sldId id="265" r:id="rId10"/>
    <p:sldId id="264" r:id="rId11"/>
    <p:sldId id="266" r:id="rId12"/>
    <p:sldId id="267" r:id="rId13"/>
    <p:sldId id="269" r:id="rId14"/>
    <p:sldId id="268" r:id="rId15"/>
    <p:sldId id="270" r:id="rId16"/>
    <p:sldId id="277" r:id="rId17"/>
    <p:sldId id="260" r:id="rId18"/>
    <p:sldId id="276" r:id="rId19"/>
    <p:sldId id="274" r:id="rId20"/>
    <p:sldId id="275" r:id="rId21"/>
    <p:sldId id="257" r:id="rId22"/>
  </p:sldIdLst>
  <p:sldSz cx="9144000" cy="6858000" type="screen4x3"/>
  <p:notesSz cx="6858000" cy="9144000"/>
  <p:defaultTextStyle>
    <a:defPPr>
      <a:defRPr lang="zh-TW"/>
    </a:defPPr>
    <a:lvl1pPr algn="l" rtl="0" fontAlgn="base">
      <a:spcBef>
        <a:spcPct val="0"/>
      </a:spcBef>
      <a:spcAft>
        <a:spcPct val="0"/>
      </a:spcAft>
      <a:defRPr kumimoji="1" kern="1200">
        <a:solidFill>
          <a:schemeClr val="tx1"/>
        </a:solidFill>
        <a:latin typeface="Arial" charset="0"/>
        <a:ea typeface="新細明體" charset="-120"/>
        <a:cs typeface="+mn-cs"/>
      </a:defRPr>
    </a:lvl1pPr>
    <a:lvl2pPr marL="457200" algn="l" rtl="0" fontAlgn="base">
      <a:spcBef>
        <a:spcPct val="0"/>
      </a:spcBef>
      <a:spcAft>
        <a:spcPct val="0"/>
      </a:spcAft>
      <a:defRPr kumimoji="1" kern="1200">
        <a:solidFill>
          <a:schemeClr val="tx1"/>
        </a:solidFill>
        <a:latin typeface="Arial" charset="0"/>
        <a:ea typeface="新細明體" charset="-120"/>
        <a:cs typeface="+mn-cs"/>
      </a:defRPr>
    </a:lvl2pPr>
    <a:lvl3pPr marL="914400" algn="l" rtl="0" fontAlgn="base">
      <a:spcBef>
        <a:spcPct val="0"/>
      </a:spcBef>
      <a:spcAft>
        <a:spcPct val="0"/>
      </a:spcAft>
      <a:defRPr kumimoji="1" kern="1200">
        <a:solidFill>
          <a:schemeClr val="tx1"/>
        </a:solidFill>
        <a:latin typeface="Arial" charset="0"/>
        <a:ea typeface="新細明體" charset="-120"/>
        <a:cs typeface="+mn-cs"/>
      </a:defRPr>
    </a:lvl3pPr>
    <a:lvl4pPr marL="1371600" algn="l" rtl="0" fontAlgn="base">
      <a:spcBef>
        <a:spcPct val="0"/>
      </a:spcBef>
      <a:spcAft>
        <a:spcPct val="0"/>
      </a:spcAft>
      <a:defRPr kumimoji="1" kern="1200">
        <a:solidFill>
          <a:schemeClr val="tx1"/>
        </a:solidFill>
        <a:latin typeface="Arial" charset="0"/>
        <a:ea typeface="新細明體" charset="-120"/>
        <a:cs typeface="+mn-cs"/>
      </a:defRPr>
    </a:lvl4pPr>
    <a:lvl5pPr marL="1828800" algn="l" rtl="0" fontAlgn="base">
      <a:spcBef>
        <a:spcPct val="0"/>
      </a:spcBef>
      <a:spcAft>
        <a:spcPct val="0"/>
      </a:spcAft>
      <a:defRPr kumimoji="1" kern="1200">
        <a:solidFill>
          <a:schemeClr val="tx1"/>
        </a:solidFill>
        <a:latin typeface="Arial" charset="0"/>
        <a:ea typeface="新細明體" charset="-120"/>
        <a:cs typeface="+mn-cs"/>
      </a:defRPr>
    </a:lvl5pPr>
    <a:lvl6pPr marL="2286000" algn="l" defTabSz="914400" rtl="0" eaLnBrk="1" latinLnBrk="0" hangingPunct="1">
      <a:defRPr kumimoji="1" kern="1200">
        <a:solidFill>
          <a:schemeClr val="tx1"/>
        </a:solidFill>
        <a:latin typeface="Arial" charset="0"/>
        <a:ea typeface="新細明體" charset="-120"/>
        <a:cs typeface="+mn-cs"/>
      </a:defRPr>
    </a:lvl6pPr>
    <a:lvl7pPr marL="2743200" algn="l" defTabSz="914400" rtl="0" eaLnBrk="1" latinLnBrk="0" hangingPunct="1">
      <a:defRPr kumimoji="1" kern="1200">
        <a:solidFill>
          <a:schemeClr val="tx1"/>
        </a:solidFill>
        <a:latin typeface="Arial" charset="0"/>
        <a:ea typeface="新細明體" charset="-120"/>
        <a:cs typeface="+mn-cs"/>
      </a:defRPr>
    </a:lvl7pPr>
    <a:lvl8pPr marL="3200400" algn="l" defTabSz="914400" rtl="0" eaLnBrk="1" latinLnBrk="0" hangingPunct="1">
      <a:defRPr kumimoji="1" kern="1200">
        <a:solidFill>
          <a:schemeClr val="tx1"/>
        </a:solidFill>
        <a:latin typeface="Arial" charset="0"/>
        <a:ea typeface="新細明體" charset="-120"/>
        <a:cs typeface="+mn-cs"/>
      </a:defRPr>
    </a:lvl8pPr>
    <a:lvl9pPr marL="3657600" algn="l" defTabSz="914400" rtl="0" eaLnBrk="1" latinLnBrk="0" hangingPunct="1">
      <a:defRPr kumimoji="1" kern="1200">
        <a:solidFill>
          <a:schemeClr val="tx1"/>
        </a:solidFill>
        <a:latin typeface="Arial" charset="0"/>
        <a:ea typeface="新細明體"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59" autoAdjust="0"/>
    <p:restoredTop sz="73126" autoAdjust="0"/>
  </p:normalViewPr>
  <p:slideViewPr>
    <p:cSldViewPr>
      <p:cViewPr>
        <p:scale>
          <a:sx n="70" d="100"/>
          <a:sy n="70" d="100"/>
        </p:scale>
        <p:origin x="-1068" y="57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1878" y="-96"/>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defRPr>
            </a:lvl1pPr>
          </a:lstStyle>
          <a:p>
            <a:pPr>
              <a:defRPr/>
            </a:pPr>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defRPr>
            </a:lvl1pPr>
          </a:lstStyle>
          <a:p>
            <a:pPr>
              <a:defRPr/>
            </a:pPr>
            <a:fld id="{CF7099C3-4AA7-4A78-9D58-3DB964ECC2DA}" type="datetimeFigureOut">
              <a:rPr lang="zh-TW" altLang="en-US"/>
              <a:pPr>
                <a:defRPr/>
              </a:pPr>
              <a:t>2015/8/25</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defRPr>
            </a:lvl1pPr>
          </a:lstStyle>
          <a:p>
            <a:pPr>
              <a:defRPr/>
            </a:pPr>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defRPr>
            </a:lvl1pPr>
          </a:lstStyle>
          <a:p>
            <a:pPr>
              <a:defRPr/>
            </a:pPr>
            <a:fld id="{8BB3F572-AFD2-496F-97EC-E145C7607903}" type="slidenum">
              <a:rPr lang="zh-TW" altLang="en-US"/>
              <a:pPr>
                <a:defRPr/>
              </a:pPr>
              <a:t>‹#›</a:t>
            </a:fld>
            <a:endParaRPr lang="zh-TW"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defRPr>
            </a:lvl1pPr>
          </a:lstStyle>
          <a:p>
            <a:pPr>
              <a:defRPr/>
            </a:pPr>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defRPr>
            </a:lvl1pPr>
          </a:lstStyle>
          <a:p>
            <a:pPr>
              <a:defRPr/>
            </a:pPr>
            <a:fld id="{19130998-6946-43E0-8775-CBD79BF76691}" type="datetimeFigureOut">
              <a:rPr lang="zh-TW" altLang="en-US"/>
              <a:pPr>
                <a:defRPr/>
              </a:pPr>
              <a:t>2015/8/25</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TW" altLang="en-US" noProof="0"/>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noProof="0" smtClean="0"/>
              <a:t>按一下以編輯母片文字樣式</a:t>
            </a:r>
          </a:p>
          <a:p>
            <a:pPr lvl="1"/>
            <a:r>
              <a:rPr lang="zh-TW" altLang="en-US" noProof="0" smtClean="0"/>
              <a:t>第二層</a:t>
            </a:r>
          </a:p>
          <a:p>
            <a:pPr lvl="2"/>
            <a:r>
              <a:rPr lang="zh-TW" altLang="en-US" noProof="0" smtClean="0"/>
              <a:t>第三層</a:t>
            </a:r>
          </a:p>
          <a:p>
            <a:pPr lvl="3"/>
            <a:r>
              <a:rPr lang="zh-TW" altLang="en-US" noProof="0" smtClean="0"/>
              <a:t>第四層</a:t>
            </a:r>
          </a:p>
          <a:p>
            <a:pPr lvl="4"/>
            <a:r>
              <a:rPr lang="zh-TW" altLang="en-US" noProof="0" smtClean="0"/>
              <a:t>第五層</a:t>
            </a:r>
            <a:endParaRPr lang="zh-TW" altLang="en-US" noProof="0"/>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defRPr>
            </a:lvl1pPr>
          </a:lstStyle>
          <a:p>
            <a:pPr>
              <a:defRPr/>
            </a:pPr>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defRPr>
            </a:lvl1pPr>
          </a:lstStyle>
          <a:p>
            <a:pPr>
              <a:defRPr/>
            </a:pPr>
            <a:fld id="{98C049EC-7034-489D-95F6-AD145483AD09}" type="slidenum">
              <a:rPr lang="zh-TW" altLang="en-US"/>
              <a:pPr>
                <a:defRPr/>
              </a:pPr>
              <a:t>‹#›</a:t>
            </a:fld>
            <a:endParaRPr lang="zh-TW"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smtClean="0"/>
              <a:t>收到客戶需求後</a:t>
            </a:r>
            <a:r>
              <a:rPr lang="en-US" altLang="zh-TW" dirty="0" smtClean="0"/>
              <a:t>, </a:t>
            </a:r>
            <a:r>
              <a:rPr lang="zh-TW" altLang="en-US" dirty="0" smtClean="0"/>
              <a:t>工程師於</a:t>
            </a:r>
            <a:r>
              <a:rPr lang="en-US" altLang="zh-TW" dirty="0" smtClean="0"/>
              <a:t>CAD</a:t>
            </a:r>
            <a:r>
              <a:rPr lang="zh-TW" altLang="en-US" dirty="0" smtClean="0"/>
              <a:t>系統中進行</a:t>
            </a:r>
            <a:r>
              <a:rPr lang="zh-TW" altLang="en-US" dirty="0" smtClean="0"/>
              <a:t>產品電子</a:t>
            </a:r>
            <a:r>
              <a:rPr lang="zh-TW" altLang="en-US" dirty="0" smtClean="0"/>
              <a:t>設計及機構設計，並</a:t>
            </a:r>
            <a:r>
              <a:rPr lang="zh-TW" altLang="en-US" dirty="0" smtClean="0"/>
              <a:t>以</a:t>
            </a:r>
            <a:r>
              <a:rPr lang="en-US" altLang="zh-TW" dirty="0" smtClean="0"/>
              <a:t>CAE</a:t>
            </a:r>
            <a:r>
              <a:rPr lang="zh-TW" altLang="en-US" dirty="0" smtClean="0"/>
              <a:t>軟件進行應力應變分析</a:t>
            </a:r>
            <a:r>
              <a:rPr lang="en-US" altLang="zh-TW" dirty="0" smtClean="0"/>
              <a:t>,</a:t>
            </a:r>
            <a:r>
              <a:rPr lang="zh-TW" altLang="en-US" dirty="0" smtClean="0"/>
              <a:t> 熱流分析</a:t>
            </a:r>
            <a:r>
              <a:rPr lang="en-US" altLang="zh-TW" dirty="0" smtClean="0"/>
              <a:t>, </a:t>
            </a:r>
            <a:r>
              <a:rPr lang="zh-TW" altLang="en-US" dirty="0" smtClean="0"/>
              <a:t>雜訊偶合</a:t>
            </a:r>
            <a:r>
              <a:rPr lang="zh-TW" altLang="en-US" dirty="0" smtClean="0"/>
              <a:t>分析等訊號</a:t>
            </a:r>
            <a:r>
              <a:rPr lang="zh-TW" altLang="en-US" dirty="0" smtClean="0"/>
              <a:t>阻抗</a:t>
            </a:r>
            <a:r>
              <a:rPr lang="zh-TW" altLang="en-US" dirty="0" smtClean="0"/>
              <a:t>匹配等最佳化分析</a:t>
            </a:r>
            <a:r>
              <a:rPr lang="en-US" altLang="zh-TW" dirty="0" smtClean="0"/>
              <a:t>.</a:t>
            </a:r>
            <a:r>
              <a:rPr lang="zh-TW" altLang="en-US" dirty="0" smtClean="0"/>
              <a:t>  </a:t>
            </a:r>
            <a:endParaRPr lang="en-US" altLang="zh-TW" dirty="0" smtClean="0"/>
          </a:p>
          <a:p>
            <a:r>
              <a:rPr lang="zh-TW" altLang="en-US" dirty="0" smtClean="0"/>
              <a:t>在每個設計階段中</a:t>
            </a:r>
            <a:r>
              <a:rPr lang="en-US" altLang="zh-TW" dirty="0" smtClean="0"/>
              <a:t>, </a:t>
            </a:r>
            <a:r>
              <a:rPr lang="zh-TW" altLang="en-US" dirty="0" smtClean="0"/>
              <a:t>透過</a:t>
            </a:r>
            <a:r>
              <a:rPr lang="en-US" altLang="zh-TW" dirty="0" smtClean="0"/>
              <a:t>ECAD</a:t>
            </a:r>
            <a:r>
              <a:rPr lang="zh-TW" altLang="en-US" dirty="0" smtClean="0"/>
              <a:t>產生</a:t>
            </a:r>
            <a:r>
              <a:rPr lang="en-US" altLang="zh-TW" dirty="0" smtClean="0"/>
              <a:t>2.5D</a:t>
            </a:r>
            <a:r>
              <a:rPr lang="zh-TW" altLang="en-US" dirty="0" smtClean="0"/>
              <a:t>資料到</a:t>
            </a:r>
            <a:r>
              <a:rPr lang="en-US" altLang="zh-TW" dirty="0" smtClean="0"/>
              <a:t>MCAD</a:t>
            </a:r>
            <a:r>
              <a:rPr lang="zh-TW" altLang="en-US" dirty="0" smtClean="0"/>
              <a:t>中</a:t>
            </a:r>
            <a:r>
              <a:rPr lang="en-US" altLang="zh-TW" dirty="0" smtClean="0"/>
              <a:t>,</a:t>
            </a:r>
            <a:r>
              <a:rPr lang="zh-TW" altLang="en-US" dirty="0" smtClean="0"/>
              <a:t> 進行機電整合干涉檢查</a:t>
            </a:r>
            <a:r>
              <a:rPr lang="en-US" altLang="zh-TW" dirty="0" smtClean="0"/>
              <a:t>,</a:t>
            </a:r>
            <a:r>
              <a:rPr lang="zh-TW" altLang="en-US" dirty="0" smtClean="0"/>
              <a:t> 提前發現機構設計及線路板</a:t>
            </a:r>
            <a:r>
              <a:rPr lang="en-US" altLang="zh-TW" dirty="0" smtClean="0"/>
              <a:t>Layout</a:t>
            </a:r>
            <a:r>
              <a:rPr lang="zh-TW" altLang="en-US" dirty="0" smtClean="0"/>
              <a:t>間的干涉問題。</a:t>
            </a:r>
            <a:endParaRPr lang="en-US" altLang="zh-TW" dirty="0" smtClean="0"/>
          </a:p>
          <a:p>
            <a:endParaRPr lang="en-US" altLang="zh-TW" dirty="0" smtClean="0"/>
          </a:p>
          <a:p>
            <a:r>
              <a:rPr lang="zh-TW" altLang="en-US" dirty="0" smtClean="0"/>
              <a:t>機構工程師除了進行應力應變分析外</a:t>
            </a:r>
            <a:r>
              <a:rPr lang="en-US" altLang="zh-TW" dirty="0" smtClean="0"/>
              <a:t>, </a:t>
            </a:r>
            <a:r>
              <a:rPr lang="zh-TW" altLang="en-US" dirty="0" smtClean="0"/>
              <a:t>在整體機構設計</a:t>
            </a:r>
            <a:r>
              <a:rPr lang="en-US" altLang="zh-TW" dirty="0" smtClean="0"/>
              <a:t>, </a:t>
            </a:r>
            <a:r>
              <a:rPr lang="zh-TW" altLang="en-US" dirty="0" smtClean="0"/>
              <a:t>還會進行    </a:t>
            </a:r>
            <a:r>
              <a:rPr lang="en-US" altLang="zh-TW" dirty="0" smtClean="0"/>
              <a:t>[</a:t>
            </a:r>
            <a:r>
              <a:rPr lang="zh-TW" altLang="en-US" sz="2000" dirty="0" smtClean="0">
                <a:solidFill>
                  <a:srgbClr val="FF0000"/>
                </a:solidFill>
              </a:rPr>
              <a:t>組裝公差分析</a:t>
            </a:r>
            <a:r>
              <a:rPr lang="en-US" altLang="zh-TW" sz="2000" dirty="0" smtClean="0">
                <a:solidFill>
                  <a:srgbClr val="FF0000"/>
                </a:solidFill>
              </a:rPr>
              <a:t>]</a:t>
            </a:r>
            <a:r>
              <a:rPr lang="zh-TW" altLang="en-US" sz="2000" dirty="0" smtClean="0">
                <a:solidFill>
                  <a:srgbClr val="FF0000"/>
                </a:solidFill>
              </a:rPr>
              <a:t> 能分析各公差的貢獻度嗎</a:t>
            </a:r>
            <a:r>
              <a:rPr lang="en-US" altLang="zh-TW" sz="2000" dirty="0" smtClean="0">
                <a:solidFill>
                  <a:srgbClr val="FF0000"/>
                </a:solidFill>
              </a:rPr>
              <a:t>?</a:t>
            </a:r>
            <a:r>
              <a:rPr lang="zh-TW" altLang="en-US" sz="2000" dirty="0" smtClean="0">
                <a:solidFill>
                  <a:srgbClr val="FF0000"/>
                </a:solidFill>
              </a:rPr>
              <a:t>          </a:t>
            </a:r>
            <a:r>
              <a:rPr lang="zh-TW" altLang="en-US" dirty="0" smtClean="0"/>
              <a:t>及組裝過程模儗以確保系統可以順利組裝。</a:t>
            </a:r>
            <a:endParaRPr lang="en-US" altLang="zh-TW" dirty="0" smtClean="0"/>
          </a:p>
          <a:p>
            <a:endParaRPr lang="en-US" altLang="zh-TW" dirty="0" smtClean="0"/>
          </a:p>
          <a:p>
            <a:r>
              <a:rPr lang="zh-TW" altLang="en-US" dirty="0" smtClean="0"/>
              <a:t>機構設計大多非標準件</a:t>
            </a:r>
            <a:r>
              <a:rPr lang="en-US" altLang="zh-TW" dirty="0" smtClean="0"/>
              <a:t>, </a:t>
            </a:r>
            <a:r>
              <a:rPr lang="zh-TW" altLang="en-US" dirty="0" smtClean="0"/>
              <a:t>為了精確掌握預算</a:t>
            </a:r>
            <a:r>
              <a:rPr lang="en-US" altLang="zh-TW" dirty="0" smtClean="0"/>
              <a:t>, </a:t>
            </a:r>
            <a:r>
              <a:rPr lang="zh-TW" altLang="en-US" dirty="0" smtClean="0"/>
              <a:t>在確認設計前</a:t>
            </a:r>
            <a:r>
              <a:rPr lang="en-US" altLang="zh-TW" dirty="0" smtClean="0"/>
              <a:t>, </a:t>
            </a:r>
            <a:r>
              <a:rPr lang="zh-TW" altLang="en-US" dirty="0" smtClean="0"/>
              <a:t>便會透過詢報價系統與供應商溝通</a:t>
            </a:r>
            <a:r>
              <a:rPr lang="en-US" altLang="zh-TW" dirty="0" smtClean="0"/>
              <a:t>, </a:t>
            </a:r>
            <a:r>
              <a:rPr lang="zh-TW" altLang="en-US" dirty="0" smtClean="0"/>
              <a:t>進行工法討論及詢報價相關作業</a:t>
            </a:r>
            <a:r>
              <a:rPr lang="en-US" altLang="zh-TW" dirty="0" smtClean="0"/>
              <a:t>.</a:t>
            </a:r>
            <a:r>
              <a:rPr lang="zh-TW" altLang="en-US" dirty="0" smtClean="0"/>
              <a:t> 在此作業中除了在不同廠商間比價也會與歷史報價資料進行分析比較，以找出最佳報價</a:t>
            </a:r>
            <a:endParaRPr lang="en-US" altLang="zh-TW" dirty="0" smtClean="0"/>
          </a:p>
          <a:p>
            <a:r>
              <a:rPr lang="zh-TW" altLang="en-US" dirty="0" smtClean="0"/>
              <a:t>在設計過程中</a:t>
            </a:r>
            <a:r>
              <a:rPr lang="en-US" altLang="zh-TW" dirty="0" smtClean="0"/>
              <a:t>, </a:t>
            </a:r>
            <a:r>
              <a:rPr lang="zh-TW" altLang="en-US" dirty="0" smtClean="0"/>
              <a:t>工程師會在</a:t>
            </a:r>
            <a:r>
              <a:rPr lang="en-US" altLang="zh-TW" dirty="0" smtClean="0"/>
              <a:t>PLM</a:t>
            </a:r>
            <a:r>
              <a:rPr lang="zh-TW" altLang="en-US" dirty="0" smtClean="0"/>
              <a:t>系統中申請料號</a:t>
            </a:r>
            <a:r>
              <a:rPr lang="en-US" altLang="zh-TW" dirty="0" smtClean="0"/>
              <a:t>,</a:t>
            </a:r>
            <a:r>
              <a:rPr lang="zh-TW" altLang="en-US" dirty="0" smtClean="0"/>
              <a:t> </a:t>
            </a:r>
            <a:r>
              <a:rPr lang="zh-TW" altLang="en-US" baseline="0" dirty="0" smtClean="0"/>
              <a:t>製程工程師也會在</a:t>
            </a:r>
            <a:r>
              <a:rPr lang="en-US" altLang="zh-TW" baseline="0" dirty="0" smtClean="0"/>
              <a:t>PLM</a:t>
            </a:r>
            <a:r>
              <a:rPr lang="zh-TW" altLang="en-US" baseline="0" dirty="0" smtClean="0"/>
              <a:t>中維護零件相關的製造特性。</a:t>
            </a:r>
            <a:r>
              <a:rPr lang="zh-TW" altLang="en-US" dirty="0" smtClean="0"/>
              <a:t>在設計告一段落</a:t>
            </a:r>
            <a:r>
              <a:rPr lang="en-US" altLang="zh-TW" dirty="0" smtClean="0"/>
              <a:t>, </a:t>
            </a:r>
            <a:r>
              <a:rPr lang="zh-TW" altLang="en-US" baseline="0" dirty="0" smtClean="0"/>
              <a:t> 便會在</a:t>
            </a:r>
            <a:r>
              <a:rPr lang="en-US" altLang="zh-TW" baseline="0" dirty="0" smtClean="0"/>
              <a:t>PLM</a:t>
            </a:r>
            <a:r>
              <a:rPr lang="zh-TW" altLang="en-US" baseline="0" dirty="0" smtClean="0"/>
              <a:t>系統中申請料號</a:t>
            </a:r>
            <a:r>
              <a:rPr lang="en-US" altLang="zh-TW" baseline="0" dirty="0" smtClean="0"/>
              <a:t>, </a:t>
            </a:r>
            <a:r>
              <a:rPr lang="zh-TW" altLang="en-US" baseline="0" dirty="0" smtClean="0"/>
              <a:t>將</a:t>
            </a:r>
            <a:r>
              <a:rPr lang="en-US" altLang="zh-TW" dirty="0" smtClean="0"/>
              <a:t>CAD</a:t>
            </a:r>
            <a:r>
              <a:rPr lang="zh-TW" altLang="en-US" dirty="0" smtClean="0"/>
              <a:t>圖面及</a:t>
            </a:r>
            <a:r>
              <a:rPr lang="en-US" altLang="zh-TW" dirty="0" smtClean="0"/>
              <a:t>BOM</a:t>
            </a:r>
            <a:r>
              <a:rPr lang="zh-TW" altLang="en-US" dirty="0" smtClean="0"/>
              <a:t>匯入</a:t>
            </a:r>
            <a:r>
              <a:rPr lang="en-US" altLang="zh-TW" dirty="0" smtClean="0"/>
              <a:t>PLM</a:t>
            </a:r>
            <a:r>
              <a:rPr lang="zh-TW" altLang="en-US" dirty="0" smtClean="0"/>
              <a:t>系統</a:t>
            </a:r>
            <a:r>
              <a:rPr lang="en-US" altLang="zh-TW" dirty="0" smtClean="0"/>
              <a:t>, </a:t>
            </a:r>
            <a:r>
              <a:rPr lang="zh-TW" altLang="en-US" dirty="0" smtClean="0"/>
              <a:t>建立</a:t>
            </a:r>
            <a:r>
              <a:rPr lang="en-US" altLang="zh-TW" dirty="0" smtClean="0"/>
              <a:t>EBOM,</a:t>
            </a:r>
            <a:r>
              <a:rPr lang="zh-TW" altLang="en-US" dirty="0" smtClean="0"/>
              <a:t> </a:t>
            </a:r>
            <a:r>
              <a:rPr lang="zh-TW" altLang="en-US" baseline="0" dirty="0" smtClean="0"/>
              <a:t>再</a:t>
            </a:r>
            <a:r>
              <a:rPr lang="zh-TW" altLang="en-US" baseline="0" dirty="0" smtClean="0"/>
              <a:t>根據製造</a:t>
            </a:r>
            <a:r>
              <a:rPr lang="zh-TW" altLang="en-US" baseline="0" dirty="0" smtClean="0"/>
              <a:t>需求修改成</a:t>
            </a:r>
            <a:r>
              <a:rPr lang="en-US" altLang="zh-TW" baseline="0" dirty="0" smtClean="0"/>
              <a:t>MBOM.</a:t>
            </a:r>
            <a:r>
              <a:rPr lang="zh-TW" altLang="en-US" baseline="0" dirty="0" smtClean="0"/>
              <a:t>  </a:t>
            </a:r>
            <a:endParaRPr lang="en-US" altLang="zh-TW" baseline="0" dirty="0" smtClean="0"/>
          </a:p>
          <a:p>
            <a:endParaRPr lang="en-US" altLang="zh-TW" baseline="0" dirty="0" smtClean="0"/>
          </a:p>
          <a:p>
            <a:r>
              <a:rPr lang="zh-TW" altLang="en-US" baseline="0" dirty="0" smtClean="0"/>
              <a:t>此外在線路圖</a:t>
            </a:r>
            <a:r>
              <a:rPr lang="en-US" altLang="zh-TW" baseline="0" dirty="0" smtClean="0"/>
              <a:t>Layout</a:t>
            </a:r>
            <a:r>
              <a:rPr lang="zh-TW" altLang="en-US" baseline="0" dirty="0" smtClean="0"/>
              <a:t>完成後</a:t>
            </a:r>
            <a:r>
              <a:rPr lang="en-US" altLang="zh-TW" baseline="0" dirty="0" smtClean="0"/>
              <a:t>, </a:t>
            </a:r>
            <a:r>
              <a:rPr lang="zh-TW" altLang="en-US" baseline="0" dirty="0" smtClean="0"/>
              <a:t>也</a:t>
            </a:r>
            <a:r>
              <a:rPr lang="zh-TW" altLang="en-US" baseline="0" dirty="0" smtClean="0"/>
              <a:t>會</a:t>
            </a:r>
            <a:r>
              <a:rPr lang="zh-TW" altLang="en-US" baseline="0" dirty="0" smtClean="0"/>
              <a:t>由透過系統協助產生</a:t>
            </a:r>
            <a:r>
              <a:rPr lang="en-US" altLang="zh-TW" baseline="0" dirty="0" smtClean="0"/>
              <a:t>SMT</a:t>
            </a:r>
            <a:r>
              <a:rPr lang="zh-TW" altLang="en-US" baseline="0" dirty="0" smtClean="0"/>
              <a:t>置件</a:t>
            </a:r>
            <a:r>
              <a:rPr lang="zh-TW" altLang="en-US" baseline="0" dirty="0" smtClean="0"/>
              <a:t>程式</a:t>
            </a:r>
            <a:r>
              <a:rPr lang="en-US" altLang="zh-TW" baseline="0" dirty="0" smtClean="0"/>
              <a:t>, </a:t>
            </a:r>
            <a:r>
              <a:rPr lang="zh-TW" altLang="en-US" baseline="0" dirty="0" smtClean="0"/>
              <a:t>並進行模擬</a:t>
            </a:r>
            <a:r>
              <a:rPr lang="en-US" altLang="zh-TW" baseline="0" dirty="0" smtClean="0"/>
              <a:t>. </a:t>
            </a:r>
            <a:r>
              <a:rPr lang="zh-TW" altLang="en-US" baseline="0" dirty="0" smtClean="0"/>
              <a:t>加速產線試產換線速度。</a:t>
            </a:r>
            <a:endParaRPr lang="en-US" altLang="zh-TW" baseline="0" dirty="0" smtClean="0"/>
          </a:p>
          <a:p>
            <a:endParaRPr lang="en-US" altLang="zh-TW" baseline="0" dirty="0" smtClean="0"/>
          </a:p>
          <a:p>
            <a:r>
              <a:rPr lang="zh-TW" altLang="en-US" baseline="0" dirty="0" smtClean="0"/>
              <a:t>設計完成後，將</a:t>
            </a:r>
            <a:r>
              <a:rPr lang="en-US" altLang="zh-TW" baseline="0" dirty="0" smtClean="0"/>
              <a:t>Part/BOM</a:t>
            </a:r>
            <a:r>
              <a:rPr lang="zh-TW" altLang="en-US" baseline="0" dirty="0" smtClean="0"/>
              <a:t>及</a:t>
            </a:r>
            <a:r>
              <a:rPr lang="en-US" altLang="zh-TW" baseline="0" dirty="0" smtClean="0"/>
              <a:t>EC</a:t>
            </a:r>
            <a:r>
              <a:rPr lang="zh-TW" altLang="en-US" baseline="0" dirty="0" smtClean="0"/>
              <a:t>發行到</a:t>
            </a:r>
            <a:r>
              <a:rPr lang="en-US" altLang="zh-TW" baseline="0" dirty="0" smtClean="0"/>
              <a:t>SAP</a:t>
            </a:r>
            <a:r>
              <a:rPr lang="zh-TW" altLang="en-US" baseline="0" dirty="0" smtClean="0"/>
              <a:t>進行生產</a:t>
            </a:r>
            <a:endParaRPr lang="en-US" altLang="zh-TW" baseline="0" dirty="0" smtClean="0"/>
          </a:p>
          <a:p>
            <a:endParaRPr lang="zh-TW" altLang="en-US" dirty="0"/>
          </a:p>
        </p:txBody>
      </p:sp>
      <p:sp>
        <p:nvSpPr>
          <p:cNvPr id="4" name="投影片編號版面配置區 3"/>
          <p:cNvSpPr>
            <a:spLocks noGrp="1"/>
          </p:cNvSpPr>
          <p:nvPr>
            <p:ph type="sldNum" sz="quarter" idx="10"/>
          </p:nvPr>
        </p:nvSpPr>
        <p:spPr/>
        <p:txBody>
          <a:bodyPr/>
          <a:lstStyle/>
          <a:p>
            <a:pPr>
              <a:defRPr/>
            </a:pPr>
            <a:fld id="{98C049EC-7034-489D-95F6-AD145483AD09}" type="slidenum">
              <a:rPr lang="zh-TW" altLang="en-US" smtClean="0"/>
              <a:pPr>
                <a:defRPr/>
              </a:pPr>
              <a:t>2</a:t>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marL="228600" indent="-228600">
              <a:buAutoNum type="arabicPeriod"/>
            </a:pPr>
            <a:endParaRPr lang="zh-TW" altLang="en-US" dirty="0"/>
          </a:p>
        </p:txBody>
      </p:sp>
      <p:sp>
        <p:nvSpPr>
          <p:cNvPr id="4" name="投影片編號版面配置區 3"/>
          <p:cNvSpPr>
            <a:spLocks noGrp="1"/>
          </p:cNvSpPr>
          <p:nvPr>
            <p:ph type="sldNum" sz="quarter" idx="10"/>
          </p:nvPr>
        </p:nvSpPr>
        <p:spPr/>
        <p:txBody>
          <a:bodyPr/>
          <a:lstStyle/>
          <a:p>
            <a:pPr>
              <a:defRPr/>
            </a:pPr>
            <a:fld id="{98C049EC-7034-489D-95F6-AD145483AD09}" type="slidenum">
              <a:rPr lang="zh-TW" altLang="en-US" smtClean="0"/>
              <a:pPr>
                <a:defRPr/>
              </a:pPr>
              <a:t>14</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4" name="矩形 3"/>
          <p:cNvSpPr/>
          <p:nvPr userDrawn="1"/>
        </p:nvSpPr>
        <p:spPr>
          <a:xfrm>
            <a:off x="0" y="0"/>
            <a:ext cx="9144000" cy="4214813"/>
          </a:xfrm>
          <a:prstGeom prst="rect">
            <a:avLst/>
          </a:prstGeom>
          <a:gradFill flip="none" rotWithShape="1">
            <a:gsLst>
              <a:gs pos="0">
                <a:schemeClr val="bg1">
                  <a:lumMod val="75000"/>
                </a:schemeClr>
              </a:gs>
              <a:gs pos="50000">
                <a:schemeClr val="bg1"/>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zh-TW" altLang="en-US">
              <a:latin typeface="+mj-lt"/>
              <a:ea typeface="微軟正黑體" pitchFamily="34" charset="-120"/>
            </a:endParaRPr>
          </a:p>
        </p:txBody>
      </p:sp>
      <p:sp>
        <p:nvSpPr>
          <p:cNvPr id="5" name="矩形 4"/>
          <p:cNvSpPr/>
          <p:nvPr userDrawn="1"/>
        </p:nvSpPr>
        <p:spPr>
          <a:xfrm flipV="1">
            <a:off x="0" y="3571870"/>
            <a:ext cx="9144000" cy="3286125"/>
          </a:xfrm>
          <a:prstGeom prst="rect">
            <a:avLst/>
          </a:prstGeom>
          <a:gradFill flip="none" rotWithShape="1">
            <a:gsLst>
              <a:gs pos="0">
                <a:schemeClr val="bg1">
                  <a:lumMod val="75000"/>
                </a:schemeClr>
              </a:gs>
              <a:gs pos="50000">
                <a:schemeClr val="bg1"/>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zh-TW" altLang="en-US">
              <a:latin typeface="+mj-lt"/>
              <a:ea typeface="微軟正黑體" pitchFamily="34" charset="-120"/>
            </a:endParaRPr>
          </a:p>
        </p:txBody>
      </p:sp>
      <p:sp>
        <p:nvSpPr>
          <p:cNvPr id="2" name="標題 1"/>
          <p:cNvSpPr>
            <a:spLocks noGrp="1"/>
          </p:cNvSpPr>
          <p:nvPr>
            <p:ph type="ctrTitle"/>
          </p:nvPr>
        </p:nvSpPr>
        <p:spPr>
          <a:xfrm>
            <a:off x="1421904" y="2413327"/>
            <a:ext cx="6300192" cy="655633"/>
          </a:xfrm>
          <a:noFill/>
          <a:ln w="9525">
            <a:noFill/>
            <a:miter lim="800000"/>
            <a:headEnd/>
            <a:tailEnd/>
          </a:ln>
        </p:spPr>
        <p:txBody>
          <a:bodyPr vert="horz" wrap="square" lIns="70753" tIns="35377" rIns="70753" bIns="35377" numCol="1" anchor="ctr" anchorCtr="0" compatLnSpc="1">
            <a:prstTxWarp prst="textNoShape">
              <a:avLst/>
            </a:prstTxWarp>
            <a:noAutofit/>
          </a:bodyPr>
          <a:lstStyle>
            <a:lvl1pPr algn="ctr" defTabSz="770848" rtl="0" fontAlgn="base">
              <a:spcBef>
                <a:spcPct val="20000"/>
              </a:spcBef>
              <a:spcAft>
                <a:spcPct val="0"/>
              </a:spcAft>
              <a:defRPr lang="zh-TW" altLang="en-US" sz="6000" b="1" kern="1200" smtClean="0">
                <a:solidFill>
                  <a:schemeClr val="tx1"/>
                </a:solidFill>
                <a:latin typeface="微軟正黑體" pitchFamily="34" charset="-120"/>
                <a:ea typeface="微軟正黑體" pitchFamily="34" charset="-120"/>
                <a:cs typeface="Calibri" pitchFamily="34" charset="0"/>
              </a:defRPr>
            </a:lvl1pPr>
          </a:lstStyle>
          <a:p>
            <a:r>
              <a:rPr lang="zh-TW" altLang="en-US" smtClean="0"/>
              <a:t>按一下以編輯母片標題樣式</a:t>
            </a:r>
            <a:endParaRPr lang="zh-TW" altLang="en-US" dirty="0"/>
          </a:p>
        </p:txBody>
      </p:sp>
      <p:sp>
        <p:nvSpPr>
          <p:cNvPr id="21" name="副標題 2"/>
          <p:cNvSpPr txBox="1">
            <a:spLocks/>
          </p:cNvSpPr>
          <p:nvPr userDrawn="1"/>
        </p:nvSpPr>
        <p:spPr bwMode="auto">
          <a:xfrm>
            <a:off x="3408153" y="3669178"/>
            <a:ext cx="2865418" cy="608859"/>
          </a:xfrm>
          <a:prstGeom prst="rect">
            <a:avLst/>
          </a:prstGeom>
          <a:noFill/>
          <a:ln w="9525">
            <a:noFill/>
            <a:miter lim="800000"/>
            <a:headEnd/>
            <a:tailEnd/>
          </a:ln>
        </p:spPr>
        <p:txBody>
          <a:bodyPr vert="horz" wrap="square" lIns="67528" tIns="33765" rIns="67528" bIns="33765" numCol="1" anchor="ctr" anchorCtr="0" compatLnSpc="1">
            <a:prstTxWarp prst="textNoShape">
              <a:avLst/>
            </a:prstTxWarp>
            <a:noAutofit/>
          </a:bodyPr>
          <a:lstStyle/>
          <a:p>
            <a:pPr algn="ctr" defTabSz="735713" rtl="0" fontAlgn="base">
              <a:spcBef>
                <a:spcPct val="20000"/>
              </a:spcBef>
              <a:spcAft>
                <a:spcPct val="0"/>
              </a:spcAft>
              <a:defRPr/>
            </a:pPr>
            <a:endParaRPr kumimoji="1" lang="en-US" altLang="zh-TW" sz="2000" b="1" kern="1200" dirty="0" smtClean="0">
              <a:solidFill>
                <a:schemeClr val="tx1"/>
              </a:solidFill>
              <a:latin typeface="微軟正黑體" pitchFamily="34" charset="-120"/>
              <a:ea typeface="微軟正黑體" pitchFamily="34" charset="-120"/>
              <a:cs typeface="Calibri" pitchFamily="34" charset="0"/>
            </a:endParaRPr>
          </a:p>
          <a:p>
            <a:pPr algn="ctr" defTabSz="735713" rtl="0" fontAlgn="base">
              <a:spcBef>
                <a:spcPct val="20000"/>
              </a:spcBef>
              <a:spcAft>
                <a:spcPct val="0"/>
              </a:spcAft>
              <a:defRPr/>
            </a:pPr>
            <a:endParaRPr kumimoji="1" lang="en-US" altLang="zh-TW" sz="2000" b="1" kern="1200" dirty="0" smtClean="0">
              <a:solidFill>
                <a:schemeClr val="tx1"/>
              </a:solidFill>
              <a:latin typeface="微軟正黑體" pitchFamily="34" charset="-120"/>
              <a:ea typeface="微軟正黑體" pitchFamily="34" charset="-120"/>
              <a:cs typeface="Calibri" pitchFamily="34" charset="0"/>
            </a:endParaRPr>
          </a:p>
        </p:txBody>
      </p:sp>
      <p:grpSp>
        <p:nvGrpSpPr>
          <p:cNvPr id="20" name="群組 31"/>
          <p:cNvGrpSpPr/>
          <p:nvPr userDrawn="1"/>
        </p:nvGrpSpPr>
        <p:grpSpPr>
          <a:xfrm>
            <a:off x="-452793" y="5340935"/>
            <a:ext cx="10055875" cy="1544449"/>
            <a:chOff x="-452794" y="4332823"/>
            <a:chExt cx="10055875" cy="2564628"/>
          </a:xfrm>
        </p:grpSpPr>
        <p:pic>
          <p:nvPicPr>
            <p:cNvPr id="22" name="圖片 21" descr="1.jpg"/>
            <p:cNvPicPr>
              <a:picLocks noChangeAspect="1"/>
            </p:cNvPicPr>
            <p:nvPr/>
          </p:nvPicPr>
          <p:blipFill>
            <a:blip r:embed="rId2" cstate="email"/>
            <a:stretch>
              <a:fillRect/>
            </a:stretch>
          </p:blipFill>
          <p:spPr>
            <a:xfrm>
              <a:off x="-610" y="4336198"/>
              <a:ext cx="1840823" cy="2554333"/>
            </a:xfrm>
            <a:prstGeom prst="rect">
              <a:avLst/>
            </a:prstGeom>
          </p:spPr>
        </p:pic>
        <p:pic>
          <p:nvPicPr>
            <p:cNvPr id="23" name="圖片 22" descr="2.jpg"/>
            <p:cNvPicPr>
              <a:picLocks noChangeAspect="1"/>
            </p:cNvPicPr>
            <p:nvPr/>
          </p:nvPicPr>
          <p:blipFill>
            <a:blip r:embed="rId3" cstate="email"/>
            <a:stretch>
              <a:fillRect/>
            </a:stretch>
          </p:blipFill>
          <p:spPr>
            <a:xfrm>
              <a:off x="1835696" y="4336198"/>
              <a:ext cx="1840823" cy="2554333"/>
            </a:xfrm>
            <a:prstGeom prst="rect">
              <a:avLst/>
            </a:prstGeom>
          </p:spPr>
        </p:pic>
        <p:pic>
          <p:nvPicPr>
            <p:cNvPr id="24" name="圖片 23" descr="3.jpg"/>
            <p:cNvPicPr>
              <a:picLocks noChangeAspect="1"/>
            </p:cNvPicPr>
            <p:nvPr/>
          </p:nvPicPr>
          <p:blipFill>
            <a:blip r:embed="rId4" cstate="email"/>
            <a:stretch>
              <a:fillRect/>
            </a:stretch>
          </p:blipFill>
          <p:spPr>
            <a:xfrm>
              <a:off x="3673373" y="4336198"/>
              <a:ext cx="1819785" cy="2554333"/>
            </a:xfrm>
            <a:prstGeom prst="rect">
              <a:avLst/>
            </a:prstGeom>
          </p:spPr>
        </p:pic>
        <p:pic>
          <p:nvPicPr>
            <p:cNvPr id="25" name="圖片 24" descr="4.jpg"/>
            <p:cNvPicPr>
              <a:picLocks noChangeAspect="1"/>
            </p:cNvPicPr>
            <p:nvPr/>
          </p:nvPicPr>
          <p:blipFill>
            <a:blip r:embed="rId5" cstate="email"/>
            <a:stretch>
              <a:fillRect/>
            </a:stretch>
          </p:blipFill>
          <p:spPr>
            <a:xfrm>
              <a:off x="5479739" y="4332823"/>
              <a:ext cx="1832400" cy="2564628"/>
            </a:xfrm>
            <a:prstGeom prst="rect">
              <a:avLst/>
            </a:prstGeom>
          </p:spPr>
        </p:pic>
        <p:pic>
          <p:nvPicPr>
            <p:cNvPr id="26" name="圖片 25" descr="5.jpg"/>
            <p:cNvPicPr>
              <a:picLocks noChangeAspect="1"/>
            </p:cNvPicPr>
            <p:nvPr/>
          </p:nvPicPr>
          <p:blipFill>
            <a:blip r:embed="rId6" cstate="email"/>
            <a:stretch>
              <a:fillRect/>
            </a:stretch>
          </p:blipFill>
          <p:spPr>
            <a:xfrm>
              <a:off x="7310075" y="4336198"/>
              <a:ext cx="1840823" cy="2554333"/>
            </a:xfrm>
            <a:prstGeom prst="rect">
              <a:avLst/>
            </a:prstGeom>
          </p:spPr>
        </p:pic>
        <p:sp>
          <p:nvSpPr>
            <p:cNvPr id="27" name="文字方塊 26"/>
            <p:cNvSpPr txBox="1"/>
            <p:nvPr/>
          </p:nvSpPr>
          <p:spPr>
            <a:xfrm>
              <a:off x="-452794" y="4537503"/>
              <a:ext cx="2745190" cy="646331"/>
            </a:xfrm>
            <a:prstGeom prst="rect">
              <a:avLst/>
            </a:prstGeom>
            <a:noFill/>
          </p:spPr>
          <p:txBody>
            <a:bodyPr wrap="square" rtlCol="0">
              <a:spAutoFit/>
            </a:bodyPr>
            <a:lstStyle/>
            <a:p>
              <a:pPr algn="ctr"/>
              <a:r>
                <a:rPr lang="zh-TW" altLang="en-US" sz="2400" b="1" dirty="0">
                  <a:solidFill>
                    <a:schemeClr val="bg1"/>
                  </a:solidFill>
                  <a:effectLst>
                    <a:outerShdw blurRad="38100" dist="38100" dir="2700000" algn="tl">
                      <a:srgbClr val="000000">
                        <a:alpha val="43137"/>
                      </a:srgbClr>
                    </a:outerShdw>
                  </a:effectLst>
                  <a:latin typeface="SimSun"/>
                  <a:ea typeface="微軟正黑體" pitchFamily="34" charset="-120"/>
                  <a:cs typeface="Calibri" pitchFamily="34" charset="0"/>
                </a:rPr>
                <a:t>自主創新</a:t>
              </a:r>
              <a:endParaRPr lang="en-US" altLang="zh-TW" sz="2400" b="1" dirty="0">
                <a:solidFill>
                  <a:schemeClr val="bg1"/>
                </a:solidFill>
                <a:effectLst>
                  <a:outerShdw blurRad="38100" dist="38100" dir="2700000" algn="tl">
                    <a:srgbClr val="000000">
                      <a:alpha val="43137"/>
                    </a:srgbClr>
                  </a:outerShdw>
                </a:effectLst>
                <a:latin typeface="SimSun"/>
                <a:ea typeface="微軟正黑體" pitchFamily="34" charset="-120"/>
                <a:cs typeface="Calibri" pitchFamily="34" charset="0"/>
              </a:endParaRPr>
            </a:p>
            <a:p>
              <a:pPr algn="ctr"/>
              <a:r>
                <a:rPr lang="en-US" altLang="zh-TW" sz="1100" b="1" dirty="0">
                  <a:solidFill>
                    <a:schemeClr val="bg1"/>
                  </a:solidFill>
                  <a:effectLst>
                    <a:outerShdw blurRad="38100" dist="38100" dir="2700000" algn="tl">
                      <a:srgbClr val="000000">
                        <a:alpha val="43137"/>
                      </a:srgbClr>
                    </a:outerShdw>
                  </a:effectLst>
                  <a:latin typeface="Arial" pitchFamily="34" charset="0"/>
                  <a:ea typeface="微軟正黑體" pitchFamily="34" charset="-120"/>
                  <a:cs typeface="Arial" pitchFamily="34" charset="0"/>
                </a:rPr>
                <a:t>Innovation Ownership</a:t>
              </a:r>
              <a:endParaRPr lang="zh-TW" altLang="en-US" sz="1100" b="1" dirty="0">
                <a:solidFill>
                  <a:schemeClr val="bg1"/>
                </a:solidFill>
                <a:effectLst>
                  <a:outerShdw blurRad="38100" dist="38100" dir="2700000" algn="tl">
                    <a:srgbClr val="000000">
                      <a:alpha val="43137"/>
                    </a:srgbClr>
                  </a:outerShdw>
                </a:effectLst>
                <a:latin typeface="Arial" pitchFamily="34" charset="0"/>
                <a:ea typeface="微軟正黑體" pitchFamily="34" charset="-120"/>
                <a:cs typeface="Arial" pitchFamily="34" charset="0"/>
              </a:endParaRPr>
            </a:p>
          </p:txBody>
        </p:sp>
        <p:sp>
          <p:nvSpPr>
            <p:cNvPr id="28" name="文字方塊 27"/>
            <p:cNvSpPr txBox="1"/>
            <p:nvPr/>
          </p:nvSpPr>
          <p:spPr>
            <a:xfrm>
              <a:off x="1383512" y="4537503"/>
              <a:ext cx="2745190" cy="646331"/>
            </a:xfrm>
            <a:prstGeom prst="rect">
              <a:avLst/>
            </a:prstGeom>
            <a:noFill/>
          </p:spPr>
          <p:txBody>
            <a:bodyPr wrap="square" rtlCol="0">
              <a:spAutoFit/>
            </a:bodyPr>
            <a:lstStyle/>
            <a:p>
              <a:pPr algn="ctr"/>
              <a:r>
                <a:rPr lang="zh-TW" altLang="en-US" sz="2400" b="1" dirty="0">
                  <a:solidFill>
                    <a:schemeClr val="bg1"/>
                  </a:solidFill>
                  <a:effectLst>
                    <a:outerShdw blurRad="38100" dist="38100" dir="2700000" algn="tl">
                      <a:srgbClr val="000000">
                        <a:alpha val="43137"/>
                      </a:srgbClr>
                    </a:outerShdw>
                  </a:effectLst>
                  <a:latin typeface="SimSun"/>
                  <a:ea typeface="微軟正黑體" pitchFamily="34" charset="-120"/>
                  <a:cs typeface="Calibri" pitchFamily="34" charset="0"/>
                </a:rPr>
                <a:t>綠能環保</a:t>
              </a:r>
              <a:endParaRPr lang="en-US" altLang="zh-TW" sz="2400" b="1" dirty="0">
                <a:solidFill>
                  <a:schemeClr val="bg1"/>
                </a:solidFill>
                <a:effectLst>
                  <a:outerShdw blurRad="38100" dist="38100" dir="2700000" algn="tl">
                    <a:srgbClr val="000000">
                      <a:alpha val="43137"/>
                    </a:srgbClr>
                  </a:outerShdw>
                </a:effectLst>
                <a:latin typeface="SimSun"/>
                <a:ea typeface="微軟正黑體" pitchFamily="34" charset="-120"/>
                <a:cs typeface="Calibri" pitchFamily="34" charset="0"/>
              </a:endParaRPr>
            </a:p>
            <a:p>
              <a:pPr algn="ctr"/>
              <a:r>
                <a:rPr lang="en-US" altLang="zh-TW" sz="1100" b="1" dirty="0">
                  <a:solidFill>
                    <a:schemeClr val="bg1"/>
                  </a:solidFill>
                  <a:effectLst>
                    <a:outerShdw blurRad="38100" dist="38100" dir="2700000" algn="tl">
                      <a:srgbClr val="000000">
                        <a:alpha val="43137"/>
                      </a:srgbClr>
                    </a:outerShdw>
                  </a:effectLst>
                  <a:latin typeface="Arial" pitchFamily="34" charset="0"/>
                  <a:ea typeface="微軟正黑體" pitchFamily="34" charset="-120"/>
                  <a:cs typeface="Arial" pitchFamily="34" charset="0"/>
                </a:rPr>
                <a:t>Sustainable Energy</a:t>
              </a:r>
              <a:endParaRPr lang="zh-TW" altLang="en-US" sz="1100" b="1" dirty="0">
                <a:solidFill>
                  <a:schemeClr val="bg1"/>
                </a:solidFill>
                <a:effectLst>
                  <a:outerShdw blurRad="38100" dist="38100" dir="2700000" algn="tl">
                    <a:srgbClr val="000000">
                      <a:alpha val="43137"/>
                    </a:srgbClr>
                  </a:outerShdw>
                </a:effectLst>
                <a:latin typeface="Arial" pitchFamily="34" charset="0"/>
                <a:ea typeface="微軟正黑體" pitchFamily="34" charset="-120"/>
                <a:cs typeface="Arial" pitchFamily="34" charset="0"/>
              </a:endParaRPr>
            </a:p>
          </p:txBody>
        </p:sp>
        <p:sp>
          <p:nvSpPr>
            <p:cNvPr id="29" name="文字方塊 28"/>
            <p:cNvSpPr txBox="1"/>
            <p:nvPr/>
          </p:nvSpPr>
          <p:spPr>
            <a:xfrm>
              <a:off x="3210670" y="4537503"/>
              <a:ext cx="2745190" cy="646331"/>
            </a:xfrm>
            <a:prstGeom prst="rect">
              <a:avLst/>
            </a:prstGeom>
            <a:noFill/>
          </p:spPr>
          <p:txBody>
            <a:bodyPr wrap="square" rtlCol="0">
              <a:spAutoFit/>
            </a:bodyPr>
            <a:lstStyle/>
            <a:p>
              <a:pPr algn="ctr"/>
              <a:r>
                <a:rPr lang="zh-TW" altLang="en-US" sz="2400" b="1" dirty="0">
                  <a:solidFill>
                    <a:schemeClr val="bg1"/>
                  </a:solidFill>
                  <a:effectLst>
                    <a:outerShdw blurRad="38100" dist="38100" dir="2700000" algn="tl">
                      <a:srgbClr val="000000">
                        <a:alpha val="43137"/>
                      </a:srgbClr>
                    </a:outerShdw>
                  </a:effectLst>
                  <a:latin typeface="SimSun"/>
                  <a:ea typeface="微軟正黑體" pitchFamily="34" charset="-120"/>
                  <a:cs typeface="Calibri" pitchFamily="34" charset="0"/>
                </a:rPr>
                <a:t>雲端服務</a:t>
              </a:r>
              <a:endParaRPr lang="en-US" altLang="zh-TW" sz="2400" b="1" dirty="0">
                <a:solidFill>
                  <a:schemeClr val="bg1"/>
                </a:solidFill>
                <a:effectLst>
                  <a:outerShdw blurRad="38100" dist="38100" dir="2700000" algn="tl">
                    <a:srgbClr val="000000">
                      <a:alpha val="43137"/>
                    </a:srgbClr>
                  </a:outerShdw>
                </a:effectLst>
                <a:latin typeface="SimSun"/>
                <a:ea typeface="微軟正黑體" pitchFamily="34" charset="-120"/>
                <a:cs typeface="Calibri" pitchFamily="34" charset="0"/>
              </a:endParaRPr>
            </a:p>
            <a:p>
              <a:pPr algn="ctr"/>
              <a:r>
                <a:rPr lang="en-US" altLang="zh-TW" sz="1100" b="1" dirty="0">
                  <a:solidFill>
                    <a:schemeClr val="bg1"/>
                  </a:solidFill>
                  <a:effectLst>
                    <a:outerShdw blurRad="38100" dist="38100" dir="2700000" algn="tl">
                      <a:srgbClr val="000000">
                        <a:alpha val="43137"/>
                      </a:srgbClr>
                    </a:outerShdw>
                  </a:effectLst>
                  <a:latin typeface="Arial" pitchFamily="34" charset="0"/>
                  <a:ea typeface="微軟正黑體" pitchFamily="34" charset="-120"/>
                  <a:cs typeface="Arial" pitchFamily="34" charset="0"/>
                </a:rPr>
                <a:t>Cloud Service</a:t>
              </a:r>
              <a:endParaRPr lang="zh-TW" altLang="en-US" sz="1100" b="1" dirty="0">
                <a:solidFill>
                  <a:schemeClr val="bg1"/>
                </a:solidFill>
                <a:effectLst>
                  <a:outerShdw blurRad="38100" dist="38100" dir="2700000" algn="tl">
                    <a:srgbClr val="000000">
                      <a:alpha val="43137"/>
                    </a:srgbClr>
                  </a:outerShdw>
                </a:effectLst>
                <a:latin typeface="Arial" pitchFamily="34" charset="0"/>
                <a:ea typeface="微軟正黑體" pitchFamily="34" charset="-120"/>
                <a:cs typeface="Arial" pitchFamily="34" charset="0"/>
              </a:endParaRPr>
            </a:p>
          </p:txBody>
        </p:sp>
        <p:sp>
          <p:nvSpPr>
            <p:cNvPr id="30" name="文字方塊 29"/>
            <p:cNvSpPr txBox="1"/>
            <p:nvPr/>
          </p:nvSpPr>
          <p:spPr>
            <a:xfrm>
              <a:off x="5019666" y="4537503"/>
              <a:ext cx="2745190" cy="646331"/>
            </a:xfrm>
            <a:prstGeom prst="rect">
              <a:avLst/>
            </a:prstGeom>
            <a:noFill/>
          </p:spPr>
          <p:txBody>
            <a:bodyPr wrap="square" rtlCol="0">
              <a:spAutoFit/>
            </a:bodyPr>
            <a:lstStyle/>
            <a:p>
              <a:pPr algn="ctr"/>
              <a:r>
                <a:rPr lang="zh-TW" altLang="en-US" sz="2400" b="1" dirty="0">
                  <a:solidFill>
                    <a:schemeClr val="bg1"/>
                  </a:solidFill>
                  <a:effectLst>
                    <a:outerShdw blurRad="38100" dist="38100" dir="2700000" algn="tl">
                      <a:srgbClr val="000000">
                        <a:alpha val="43137"/>
                      </a:srgbClr>
                    </a:outerShdw>
                  </a:effectLst>
                  <a:latin typeface="SimSun"/>
                  <a:ea typeface="微軟正黑體" pitchFamily="34" charset="-120"/>
                  <a:cs typeface="Calibri" pitchFamily="34" charset="0"/>
                </a:rPr>
                <a:t>無線寬頻</a:t>
              </a:r>
              <a:endParaRPr lang="en-US" altLang="zh-TW" sz="2400" b="1" dirty="0">
                <a:solidFill>
                  <a:schemeClr val="bg1"/>
                </a:solidFill>
                <a:effectLst>
                  <a:outerShdw blurRad="38100" dist="38100" dir="2700000" algn="tl">
                    <a:srgbClr val="000000">
                      <a:alpha val="43137"/>
                    </a:srgbClr>
                  </a:outerShdw>
                </a:effectLst>
                <a:latin typeface="SimSun"/>
                <a:ea typeface="微軟正黑體" pitchFamily="34" charset="-120"/>
                <a:cs typeface="Calibri" pitchFamily="34" charset="0"/>
              </a:endParaRPr>
            </a:p>
            <a:p>
              <a:pPr algn="ctr"/>
              <a:r>
                <a:rPr lang="en-US" altLang="zh-TW" sz="1100" b="1" dirty="0">
                  <a:solidFill>
                    <a:schemeClr val="bg1"/>
                  </a:solidFill>
                  <a:effectLst>
                    <a:outerShdw blurRad="38100" dist="38100" dir="2700000" algn="tl">
                      <a:srgbClr val="000000">
                        <a:alpha val="43137"/>
                      </a:srgbClr>
                    </a:outerShdw>
                  </a:effectLst>
                  <a:latin typeface="Arial" pitchFamily="34" charset="0"/>
                  <a:ea typeface="微軟正黑體" pitchFamily="34" charset="-120"/>
                  <a:cs typeface="Arial" pitchFamily="34" charset="0"/>
                </a:rPr>
                <a:t>Mobile Broadband</a:t>
              </a:r>
              <a:endParaRPr lang="zh-TW" altLang="en-US" sz="1100" b="1" dirty="0">
                <a:solidFill>
                  <a:schemeClr val="bg1"/>
                </a:solidFill>
                <a:effectLst>
                  <a:outerShdw blurRad="38100" dist="38100" dir="2700000" algn="tl">
                    <a:srgbClr val="000000">
                      <a:alpha val="43137"/>
                    </a:srgbClr>
                  </a:outerShdw>
                </a:effectLst>
                <a:latin typeface="Arial" pitchFamily="34" charset="0"/>
                <a:ea typeface="微軟正黑體" pitchFamily="34" charset="-120"/>
                <a:cs typeface="Arial" pitchFamily="34" charset="0"/>
              </a:endParaRPr>
            </a:p>
          </p:txBody>
        </p:sp>
        <p:sp>
          <p:nvSpPr>
            <p:cNvPr id="31" name="文字方塊 30"/>
            <p:cNvSpPr txBox="1"/>
            <p:nvPr/>
          </p:nvSpPr>
          <p:spPr>
            <a:xfrm>
              <a:off x="6857891" y="4533656"/>
              <a:ext cx="2745190" cy="630942"/>
            </a:xfrm>
            <a:prstGeom prst="rect">
              <a:avLst/>
            </a:prstGeom>
            <a:noFill/>
          </p:spPr>
          <p:txBody>
            <a:bodyPr wrap="square" rtlCol="0">
              <a:spAutoFit/>
            </a:bodyPr>
            <a:lstStyle/>
            <a:p>
              <a:pPr algn="ctr"/>
              <a:r>
                <a:rPr lang="zh-TW" altLang="en-US" sz="2400" b="1" dirty="0">
                  <a:solidFill>
                    <a:schemeClr val="bg1"/>
                  </a:solidFill>
                  <a:effectLst>
                    <a:outerShdw blurRad="38100" dist="38100" dir="2700000" algn="tl">
                      <a:srgbClr val="000000">
                        <a:alpha val="43137"/>
                      </a:srgbClr>
                    </a:outerShdw>
                  </a:effectLst>
                  <a:latin typeface="SimSun"/>
                  <a:ea typeface="微軟正黑體" pitchFamily="34" charset="-120"/>
                  <a:cs typeface="Calibri" pitchFamily="34" charset="0"/>
                </a:rPr>
                <a:t>新興市場</a:t>
              </a:r>
              <a:endParaRPr lang="en-US" altLang="zh-TW" sz="2400" b="1" dirty="0">
                <a:solidFill>
                  <a:schemeClr val="bg1"/>
                </a:solidFill>
                <a:effectLst>
                  <a:outerShdw blurRad="38100" dist="38100" dir="2700000" algn="tl">
                    <a:srgbClr val="000000">
                      <a:alpha val="43137"/>
                    </a:srgbClr>
                  </a:outerShdw>
                </a:effectLst>
                <a:latin typeface="SimSun"/>
                <a:ea typeface="微軟正黑體" pitchFamily="34" charset="-120"/>
                <a:cs typeface="Calibri" pitchFamily="34" charset="0"/>
              </a:endParaRPr>
            </a:p>
            <a:p>
              <a:pPr algn="ctr"/>
              <a:r>
                <a:rPr lang="en-US" altLang="zh-TW" sz="1100" b="1" dirty="0">
                  <a:solidFill>
                    <a:schemeClr val="bg1"/>
                  </a:solidFill>
                  <a:effectLst>
                    <a:outerShdw blurRad="38100" dist="38100" dir="2700000" algn="tl">
                      <a:srgbClr val="000000">
                        <a:alpha val="43137"/>
                      </a:srgbClr>
                    </a:outerShdw>
                  </a:effectLst>
                  <a:latin typeface="Arial" pitchFamily="34" charset="0"/>
                  <a:ea typeface="微軟正黑體" pitchFamily="34" charset="-120"/>
                  <a:cs typeface="Arial" pitchFamily="34" charset="0"/>
                </a:rPr>
                <a:t>Emerging Market</a:t>
              </a:r>
              <a:endParaRPr lang="zh-TW" altLang="en-US" sz="1100" b="1" dirty="0">
                <a:solidFill>
                  <a:schemeClr val="bg1"/>
                </a:solidFill>
                <a:effectLst>
                  <a:outerShdw blurRad="38100" dist="38100" dir="2700000" algn="tl">
                    <a:srgbClr val="000000">
                      <a:alpha val="43137"/>
                    </a:srgbClr>
                  </a:outerShdw>
                </a:effectLst>
                <a:latin typeface="Arial" pitchFamily="34" charset="0"/>
                <a:ea typeface="微軟正黑體" pitchFamily="34" charset="-120"/>
                <a:cs typeface="Arial" pitchFamily="34" charset="0"/>
              </a:endParaRPr>
            </a:p>
          </p:txBody>
        </p:sp>
      </p:grpSp>
      <p:pic>
        <p:nvPicPr>
          <p:cNvPr id="32" name="圖片 31" descr="Logo-英業達集團Inventec-TC.png"/>
          <p:cNvPicPr>
            <a:picLocks noChangeAspect="1"/>
          </p:cNvPicPr>
          <p:nvPr userDrawn="1"/>
        </p:nvPicPr>
        <p:blipFill>
          <a:blip r:embed="rId7" cstate="print"/>
          <a:stretch>
            <a:fillRect/>
          </a:stretch>
        </p:blipFill>
        <p:spPr>
          <a:xfrm>
            <a:off x="7570251" y="144016"/>
            <a:ext cx="1439296" cy="62068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 name="標題 1"/>
          <p:cNvSpPr>
            <a:spLocks noGrp="1"/>
          </p:cNvSpPr>
          <p:nvPr>
            <p:ph type="title" hasCustomPrompt="1"/>
          </p:nvPr>
        </p:nvSpPr>
        <p:spPr>
          <a:noFill/>
          <a:ln w="9525">
            <a:noFill/>
            <a:miter lim="800000"/>
            <a:headEnd/>
            <a:tailEnd/>
          </a:ln>
        </p:spPr>
        <p:txBody>
          <a:bodyPr vert="horz" wrap="square" lIns="83923" tIns="41962" rIns="83923" bIns="41962" numCol="1" anchor="ctr" anchorCtr="0" compatLnSpc="1">
            <a:prstTxWarp prst="textNoShape">
              <a:avLst/>
            </a:prstTxWarp>
          </a:bodyPr>
          <a:lstStyle>
            <a:lvl1pPr algn="l" rtl="0" eaLnBrk="1" fontAlgn="base" hangingPunct="1">
              <a:spcBef>
                <a:spcPct val="0"/>
              </a:spcBef>
              <a:spcAft>
                <a:spcPct val="0"/>
              </a:spcAft>
              <a:defRPr kumimoji="0" lang="zh-TW" altLang="en-US" sz="3400" b="1" i="0" u="none" strike="noStrike" kern="1200" cap="none" spc="0" normalizeH="0" baseline="0" noProof="0" dirty="0">
                <a:ln>
                  <a:noFill/>
                </a:ln>
                <a:solidFill>
                  <a:srgbClr val="1C1C1C"/>
                </a:solidFill>
                <a:effectLst/>
                <a:uLnTx/>
                <a:uFillTx/>
                <a:latin typeface="+mj-lt"/>
                <a:ea typeface="Arial Unicode MS" pitchFamily="34" charset="-120"/>
                <a:cs typeface="Arial Unicode MS" pitchFamily="34" charset="-120"/>
              </a:defRPr>
            </a:lvl1pPr>
          </a:lstStyle>
          <a:p>
            <a:r>
              <a:rPr lang="en-US" altLang="zh-TW" dirty="0" smtClean="0">
                <a:solidFill>
                  <a:srgbClr val="1C1C1C"/>
                </a:solidFill>
                <a:ea typeface="Arial Unicode MS" pitchFamily="34" charset="-120"/>
                <a:cs typeface="Arial Unicode MS" pitchFamily="34" charset="-120"/>
              </a:rPr>
              <a:t>Table of Contents(@34</a:t>
            </a:r>
            <a:r>
              <a:rPr lang="zh-TW" altLang="zh-TW" dirty="0" smtClean="0">
                <a:solidFill>
                  <a:srgbClr val="1C1C1C"/>
                </a:solidFill>
                <a:ea typeface="Arial Unicode MS" pitchFamily="34" charset="-120"/>
                <a:cs typeface="Arial Unicode MS" pitchFamily="34" charset="-120"/>
              </a:rPr>
              <a:t>pt)</a:t>
            </a:r>
            <a:endParaRPr lang="zh-TW" altLang="en-US" dirty="0"/>
          </a:p>
        </p:txBody>
      </p:sp>
      <p:sp>
        <p:nvSpPr>
          <p:cNvPr id="3" name="內容版面配置區 2"/>
          <p:cNvSpPr>
            <a:spLocks noGrp="1"/>
          </p:cNvSpPr>
          <p:nvPr>
            <p:ph idx="1" hasCustomPrompt="1"/>
          </p:nvPr>
        </p:nvSpPr>
        <p:spPr>
          <a:noFill/>
          <a:ln w="9525">
            <a:noFill/>
            <a:miter lim="800000"/>
            <a:headEnd/>
            <a:tailEnd/>
          </a:ln>
        </p:spPr>
        <p:txBody>
          <a:bodyPr vert="horz" wrap="square" lIns="91440" tIns="45720" rIns="91440" bIns="45720" numCol="1" anchor="t" anchorCtr="0" compatLnSpc="1">
            <a:prstTxWarp prst="textNoShape">
              <a:avLst/>
            </a:prstTxWarp>
          </a:bodyPr>
          <a:lstStyle>
            <a:lvl1pPr algn="l" rtl="0" eaLnBrk="1" fontAlgn="base" hangingPunct="1">
              <a:defRPr lang="zh-TW" altLang="en-US" sz="3200" kern="1200" dirty="0" smtClean="0">
                <a:solidFill>
                  <a:srgbClr val="1C1C1C"/>
                </a:solidFill>
                <a:latin typeface="+mn-lt"/>
                <a:ea typeface="Arial Unicode MS" pitchFamily="34" charset="-120"/>
                <a:cs typeface="Arial Unicode MS" pitchFamily="34" charset="-120"/>
              </a:defRPr>
            </a:lvl1pPr>
            <a:lvl2pPr algn="l" rtl="0" eaLnBrk="1" fontAlgn="base" hangingPunct="1">
              <a:defRPr lang="zh-TW" altLang="en-US" sz="3200" kern="1200" dirty="0" smtClean="0">
                <a:solidFill>
                  <a:srgbClr val="1C1C1C"/>
                </a:solidFill>
                <a:latin typeface="+mn-lt"/>
                <a:ea typeface="Arial Unicode MS" pitchFamily="34" charset="-120"/>
                <a:cs typeface="Arial Unicode MS" pitchFamily="34" charset="-120"/>
              </a:defRPr>
            </a:lvl2pPr>
            <a:lvl3pPr algn="l" rtl="0" eaLnBrk="1" fontAlgn="base" hangingPunct="1">
              <a:defRPr lang="zh-TW" altLang="en-US" sz="3200" kern="1200" dirty="0" smtClean="0">
                <a:solidFill>
                  <a:srgbClr val="1C1C1C"/>
                </a:solidFill>
                <a:latin typeface="+mn-lt"/>
                <a:ea typeface="Arial Unicode MS" pitchFamily="34" charset="-120"/>
                <a:cs typeface="Arial Unicode MS" pitchFamily="34" charset="-120"/>
              </a:defRPr>
            </a:lvl3pPr>
            <a:lvl4pPr algn="l" rtl="0" eaLnBrk="1" fontAlgn="base" hangingPunct="1">
              <a:defRPr lang="zh-TW" altLang="en-US" sz="3200" kern="1200" dirty="0" smtClean="0">
                <a:solidFill>
                  <a:srgbClr val="1C1C1C"/>
                </a:solidFill>
                <a:latin typeface="+mn-lt"/>
                <a:ea typeface="Arial Unicode MS" pitchFamily="34" charset="-120"/>
                <a:cs typeface="Arial Unicode MS" pitchFamily="34" charset="-120"/>
              </a:defRPr>
            </a:lvl4pPr>
            <a:lvl5pPr algn="l" rtl="0" eaLnBrk="1" fontAlgn="base" hangingPunct="1">
              <a:defRPr lang="zh-TW" altLang="en-US" sz="3200" kern="1200" dirty="0">
                <a:solidFill>
                  <a:srgbClr val="1C1C1C"/>
                </a:solidFill>
                <a:latin typeface="+mn-lt"/>
                <a:ea typeface="Arial Unicode MS" pitchFamily="34" charset="-120"/>
                <a:cs typeface="Arial Unicode MS" pitchFamily="34" charset="-120"/>
              </a:defRPr>
            </a:lvl5pPr>
          </a:lstStyle>
          <a:p>
            <a:pPr>
              <a:lnSpc>
                <a:spcPct val="150000"/>
              </a:lnSpc>
            </a:pPr>
            <a:r>
              <a:rPr lang="en-US" altLang="zh-TW" sz="3200" dirty="0" smtClean="0">
                <a:solidFill>
                  <a:srgbClr val="1C1C1C"/>
                </a:solidFill>
                <a:latin typeface="+mn-lt"/>
                <a:ea typeface="Arial Unicode MS" pitchFamily="34" charset="-120"/>
                <a:cs typeface="Arial Unicode MS" pitchFamily="34" charset="-120"/>
              </a:rPr>
              <a:t>First Chapter Headline(@32pt)</a:t>
            </a:r>
            <a:endParaRPr lang="zh-CN" altLang="en-US" sz="3200" dirty="0" smtClean="0">
              <a:latin typeface="+mn-lt"/>
              <a:ea typeface="Arial Unicode MS" pitchFamily="34" charset="-120"/>
              <a:cs typeface="Arial Unicode MS" pitchFamily="34" charset="-120"/>
            </a:endParaRPr>
          </a:p>
          <a:p>
            <a:pPr>
              <a:lnSpc>
                <a:spcPct val="150000"/>
              </a:lnSpc>
            </a:pPr>
            <a:r>
              <a:rPr lang="en-US" altLang="zh-TW" sz="3200" dirty="0" smtClean="0">
                <a:solidFill>
                  <a:srgbClr val="969696"/>
                </a:solidFill>
                <a:latin typeface="+mn-lt"/>
                <a:ea typeface="Arial Unicode MS" pitchFamily="34" charset="-120"/>
                <a:cs typeface="Arial Unicode MS" pitchFamily="34" charset="-120"/>
              </a:rPr>
              <a:t>Second Chapter Headline(@32pt)</a:t>
            </a:r>
          </a:p>
        </p:txBody>
      </p:sp>
      <p:sp>
        <p:nvSpPr>
          <p:cNvPr id="8" name="頁尾版面配置區 6"/>
          <p:cNvSpPr>
            <a:spLocks noGrp="1"/>
          </p:cNvSpPr>
          <p:nvPr userDrawn="1">
            <p:ph type="ftr" sz="quarter" idx="11"/>
          </p:nvPr>
        </p:nvSpPr>
        <p:spPr>
          <a:xfrm>
            <a:off x="1" y="6356939"/>
            <a:ext cx="1551006" cy="364281"/>
          </a:xfrm>
          <a:prstGeom prst="rect">
            <a:avLst/>
          </a:prstGeom>
        </p:spPr>
        <p:txBody>
          <a:bodyPr/>
          <a:lstStyle/>
          <a:p>
            <a:pPr>
              <a:defRPr/>
            </a:pPr>
            <a:r>
              <a:rPr lang="en-US" altLang="zh-TW" dirty="0" smtClean="0"/>
              <a:t>Inventec Confidential</a:t>
            </a:r>
            <a:endParaRPr lang="zh-TW" altLang="en-US" dirty="0"/>
          </a:p>
        </p:txBody>
      </p:sp>
      <p:sp>
        <p:nvSpPr>
          <p:cNvPr id="10" name="投影片編號版面配置區 3"/>
          <p:cNvSpPr>
            <a:spLocks noGrp="1"/>
          </p:cNvSpPr>
          <p:nvPr>
            <p:ph type="sldNum" sz="quarter" idx="12"/>
          </p:nvPr>
        </p:nvSpPr>
        <p:spPr>
          <a:xfrm>
            <a:off x="6732240" y="6356939"/>
            <a:ext cx="2311792" cy="364281"/>
          </a:xfrm>
        </p:spPr>
        <p:txBody>
          <a:bodyPr/>
          <a:lstStyle/>
          <a:p>
            <a:pPr>
              <a:defRPr/>
            </a:pPr>
            <a:fld id="{566B3443-88FF-483E-9A67-1965FD1BAB9A}" type="slidenum">
              <a:rPr lang="zh-TW" altLang="en-US" smtClean="0">
                <a:solidFill>
                  <a:prstClr val="black">
                    <a:tint val="75000"/>
                  </a:prstClr>
                </a:solidFill>
              </a:rPr>
              <a:pPr>
                <a:defRPr/>
              </a:pPr>
              <a:t>‹#›</a:t>
            </a:fld>
            <a:endParaRPr lang="zh-TW" altLang="en-US" dirty="0">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lvl1pPr>
              <a:defRPr kumimoji="1" lang="zh-TW" altLang="en-US" sz="3500" b="1" kern="1200" dirty="0">
                <a:solidFill>
                  <a:srgbClr val="3A4886"/>
                </a:solidFill>
                <a:latin typeface="+mj-lt"/>
                <a:ea typeface="Arial Unicode MS" pitchFamily="34" charset="-120"/>
                <a:cs typeface="Arial Unicode MS" pitchFamily="34" charset="-12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TW" altLang="en-US" smtClean="0"/>
              <a:t>按一下以編輯母片標題樣式</a:t>
            </a:r>
            <a:endParaRPr lang="zh-TW" altLang="en-US" dirty="0"/>
          </a:p>
        </p:txBody>
      </p:sp>
      <p:sp>
        <p:nvSpPr>
          <p:cNvPr id="3" name="內容版面配置區 2"/>
          <p:cNvSpPr>
            <a:spLocks noGrp="1"/>
          </p:cNvSpPr>
          <p:nvPr>
            <p:ph idx="1"/>
          </p:nvPr>
        </p:nvSpPr>
        <p:spPr/>
        <p:txBody>
          <a:bodyPr/>
          <a:lstStyle>
            <a:lvl1pPr>
              <a:defRPr sz="3000">
                <a:latin typeface="+mj-lt"/>
                <a:ea typeface="微軟正黑體" pitchFamily="34" charset="-120"/>
              </a:defRPr>
            </a:lvl1pPr>
            <a:lvl2pPr>
              <a:defRPr sz="2800">
                <a:latin typeface="+mj-lt"/>
                <a:ea typeface="微軟正黑體" pitchFamily="34" charset="-120"/>
              </a:defRPr>
            </a:lvl2pPr>
            <a:lvl3pPr>
              <a:defRPr sz="2400" i="1">
                <a:latin typeface="+mj-lt"/>
                <a:ea typeface="微軟正黑體" pitchFamily="34" charset="-120"/>
              </a:defRPr>
            </a:lvl3pPr>
            <a:lvl4pPr>
              <a:defRPr sz="2000">
                <a:latin typeface="+mj-lt"/>
                <a:ea typeface="微軟正黑體" pitchFamily="34" charset="-120"/>
              </a:defRPr>
            </a:lvl4pPr>
            <a:lvl5pPr>
              <a:defRPr sz="1600">
                <a:latin typeface="+mj-lt"/>
                <a:ea typeface="微軟正黑體" pitchFamily="34" charset="-120"/>
              </a:defRPr>
            </a:lvl5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dirty="0"/>
          </a:p>
        </p:txBody>
      </p:sp>
      <p:sp>
        <p:nvSpPr>
          <p:cNvPr id="7" name="頁尾版面配置區 6"/>
          <p:cNvSpPr>
            <a:spLocks noGrp="1"/>
          </p:cNvSpPr>
          <p:nvPr>
            <p:ph type="ftr" sz="quarter" idx="11"/>
          </p:nvPr>
        </p:nvSpPr>
        <p:spPr>
          <a:xfrm>
            <a:off x="1" y="6356939"/>
            <a:ext cx="1551006" cy="364281"/>
          </a:xfrm>
          <a:prstGeom prst="rect">
            <a:avLst/>
          </a:prstGeom>
        </p:spPr>
        <p:txBody>
          <a:bodyPr/>
          <a:lstStyle/>
          <a:p>
            <a:pPr>
              <a:defRPr/>
            </a:pPr>
            <a:r>
              <a:rPr lang="en-US" altLang="zh-TW" dirty="0" smtClean="0"/>
              <a:t>Inventec Confidential</a:t>
            </a:r>
            <a:endParaRPr lang="zh-TW" altLang="en-US" dirty="0"/>
          </a:p>
        </p:txBody>
      </p:sp>
      <p:sp>
        <p:nvSpPr>
          <p:cNvPr id="8" name="投影片編號版面配置區 3"/>
          <p:cNvSpPr>
            <a:spLocks noGrp="1"/>
          </p:cNvSpPr>
          <p:nvPr>
            <p:ph type="sldNum" sz="quarter" idx="12"/>
          </p:nvPr>
        </p:nvSpPr>
        <p:spPr>
          <a:xfrm>
            <a:off x="6732240" y="6356939"/>
            <a:ext cx="2311792" cy="364281"/>
          </a:xfrm>
        </p:spPr>
        <p:txBody>
          <a:bodyPr/>
          <a:lstStyle/>
          <a:p>
            <a:pPr>
              <a:defRPr/>
            </a:pPr>
            <a:fld id="{566B3443-88FF-483E-9A67-1965FD1BAB9A}" type="slidenum">
              <a:rPr lang="zh-TW" altLang="en-US" smtClean="0">
                <a:solidFill>
                  <a:prstClr val="black">
                    <a:tint val="75000"/>
                  </a:prstClr>
                </a:solidFill>
              </a:rPr>
              <a:pPr>
                <a:defRPr/>
              </a:pPr>
              <a:t>‹#›</a:t>
            </a:fld>
            <a:endParaRPr lang="zh-TW" altLang="en-US" dirty="0">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sp>
        <p:nvSpPr>
          <p:cNvPr id="11" name="標題 1"/>
          <p:cNvSpPr txBox="1">
            <a:spLocks/>
          </p:cNvSpPr>
          <p:nvPr userDrawn="1"/>
        </p:nvSpPr>
        <p:spPr bwMode="auto">
          <a:xfrm>
            <a:off x="467544" y="3284984"/>
            <a:ext cx="8435975" cy="714375"/>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TW" sz="4000" b="1" i="0" u="none" strike="noStrike" kern="1200" cap="all" spc="0" normalizeH="0" baseline="0" noProof="0" dirty="0" smtClean="0">
                <a:ln>
                  <a:noFill/>
                </a:ln>
                <a:solidFill>
                  <a:srgbClr val="FF0000"/>
                </a:solidFill>
                <a:effectLst/>
                <a:uLnTx/>
                <a:uFillTx/>
                <a:latin typeface="+mj-lt"/>
                <a:ea typeface="微軟正黑體" pitchFamily="34" charset="-120"/>
                <a:cs typeface="+mj-cs"/>
              </a:rPr>
              <a:t>Thank YOU!</a:t>
            </a:r>
            <a:endParaRPr kumimoji="0" lang="zh-TW" altLang="en-US" sz="4000" b="1" i="0" u="none" strike="noStrike" kern="1200" cap="all" spc="0" normalizeH="0" baseline="0" noProof="0" dirty="0">
              <a:ln>
                <a:noFill/>
              </a:ln>
              <a:solidFill>
                <a:srgbClr val="FF0000"/>
              </a:solidFill>
              <a:effectLst/>
              <a:uLnTx/>
              <a:uFillTx/>
              <a:latin typeface="+mj-lt"/>
              <a:ea typeface="微軟正黑體" pitchFamily="34" charset="-120"/>
              <a:cs typeface="+mj-cs"/>
            </a:endParaRPr>
          </a:p>
        </p:txBody>
      </p:sp>
      <p:sp>
        <p:nvSpPr>
          <p:cNvPr id="3" name="頁尾版面配置區 2"/>
          <p:cNvSpPr>
            <a:spLocks noGrp="1"/>
          </p:cNvSpPr>
          <p:nvPr>
            <p:ph type="ftr" sz="quarter" idx="10"/>
          </p:nvPr>
        </p:nvSpPr>
        <p:spPr/>
        <p:txBody>
          <a:bodyPr/>
          <a:lstStyle/>
          <a:p>
            <a:pPr>
              <a:defRPr/>
            </a:pPr>
            <a:r>
              <a:rPr lang="en-US" altLang="zh-TW" smtClean="0">
                <a:solidFill>
                  <a:prstClr val="black">
                    <a:tint val="75000"/>
                  </a:prstClr>
                </a:solidFill>
              </a:rPr>
              <a:t>Inventec Confidential</a:t>
            </a:r>
            <a:endParaRPr lang="zh-TW" altLang="en-US" dirty="0">
              <a:solidFill>
                <a:prstClr val="black">
                  <a:tint val="75000"/>
                </a:prstClr>
              </a:solidFill>
            </a:endParaRPr>
          </a:p>
        </p:txBody>
      </p:sp>
      <p:sp>
        <p:nvSpPr>
          <p:cNvPr id="13" name="矩形 12"/>
          <p:cNvSpPr/>
          <p:nvPr userDrawn="1"/>
        </p:nvSpPr>
        <p:spPr>
          <a:xfrm>
            <a:off x="539552" y="4005064"/>
            <a:ext cx="2679260" cy="400110"/>
          </a:xfrm>
          <a:prstGeom prst="rect">
            <a:avLst/>
          </a:prstGeom>
        </p:spPr>
        <p:txBody>
          <a:bodyPr wrap="none">
            <a:spAutoFit/>
          </a:bodyPr>
          <a:lstStyle/>
          <a:p>
            <a:pPr marL="0" indent="0" eaLnBrk="1" hangingPunct="1">
              <a:buFont typeface="Arial" charset="0"/>
              <a:buNone/>
            </a:pPr>
            <a:r>
              <a:rPr lang="en-US" altLang="zh-TW" sz="2000" b="1" dirty="0" smtClean="0">
                <a:latin typeface="+mj-lt"/>
                <a:ea typeface="微軟正黑體"/>
              </a:rPr>
              <a:t>Questions and Answers</a:t>
            </a:r>
            <a:endParaRPr lang="zh-TW" altLang="en-US" sz="2000" b="1" dirty="0" smtClean="0">
              <a:latin typeface="+mj-lt"/>
              <a:ea typeface="微軟正黑體"/>
            </a:endParaRPr>
          </a:p>
        </p:txBody>
      </p:sp>
      <p:sp>
        <p:nvSpPr>
          <p:cNvPr id="6" name="投影片編號版面配置區 3"/>
          <p:cNvSpPr>
            <a:spLocks noGrp="1"/>
          </p:cNvSpPr>
          <p:nvPr>
            <p:ph type="sldNum" sz="quarter" idx="12"/>
          </p:nvPr>
        </p:nvSpPr>
        <p:spPr>
          <a:xfrm>
            <a:off x="6732240" y="6356939"/>
            <a:ext cx="2311792" cy="364281"/>
          </a:xfrm>
        </p:spPr>
        <p:txBody>
          <a:bodyPr/>
          <a:lstStyle/>
          <a:p>
            <a:pPr>
              <a:defRPr/>
            </a:pPr>
            <a:fld id="{566B3443-88FF-483E-9A67-1965FD1BAB9A}" type="slidenum">
              <a:rPr lang="zh-TW" altLang="en-US" smtClean="0">
                <a:solidFill>
                  <a:prstClr val="black">
                    <a:tint val="75000"/>
                  </a:prstClr>
                </a:solidFill>
              </a:rPr>
              <a:pPr>
                <a:defRPr/>
              </a:pPr>
              <a:t>‹#›</a:t>
            </a:fld>
            <a:endParaRPr lang="zh-TW" altLang="en-US" dirty="0">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cstate="print">
            <a:lum/>
          </a:blip>
          <a:srcRect/>
          <a:stretch>
            <a:fillRect l="-95000" r="-95000"/>
          </a:stretch>
        </a:blipFill>
        <a:effectLst/>
      </p:bgPr>
    </p:bg>
    <p:spTree>
      <p:nvGrpSpPr>
        <p:cNvPr id="1" name=""/>
        <p:cNvGrpSpPr/>
        <p:nvPr/>
      </p:nvGrpSpPr>
      <p:grpSpPr>
        <a:xfrm>
          <a:off x="0" y="0"/>
          <a:ext cx="0" cy="0"/>
          <a:chOff x="0" y="0"/>
          <a:chExt cx="0" cy="0"/>
        </a:xfrm>
      </p:grpSpPr>
      <p:grpSp>
        <p:nvGrpSpPr>
          <p:cNvPr id="17" name="群組 6"/>
          <p:cNvGrpSpPr>
            <a:grpSpLocks/>
          </p:cNvGrpSpPr>
          <p:nvPr/>
        </p:nvGrpSpPr>
        <p:grpSpPr bwMode="auto">
          <a:xfrm>
            <a:off x="0" y="0"/>
            <a:ext cx="9144000" cy="6858000"/>
            <a:chOff x="0" y="0"/>
            <a:chExt cx="9144000" cy="6858000"/>
          </a:xfrm>
        </p:grpSpPr>
        <p:sp>
          <p:nvSpPr>
            <p:cNvPr id="18" name="矩形 17"/>
            <p:cNvSpPr/>
            <p:nvPr userDrawn="1"/>
          </p:nvSpPr>
          <p:spPr>
            <a:xfrm>
              <a:off x="0" y="0"/>
              <a:ext cx="9144000" cy="6428925"/>
            </a:xfrm>
            <a:prstGeom prst="rect">
              <a:avLst/>
            </a:prstGeom>
            <a:gradFill flip="none" rotWithShape="1">
              <a:gsLst>
                <a:gs pos="0">
                  <a:schemeClr val="bg1">
                    <a:lumMod val="75000"/>
                  </a:schemeClr>
                </a:gs>
                <a:gs pos="50000">
                  <a:schemeClr val="bg1"/>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zh-TW" altLang="en-US" dirty="0">
                <a:solidFill>
                  <a:prstClr val="white"/>
                </a:solidFill>
                <a:latin typeface="微軟正黑體" pitchFamily="34" charset="-120"/>
                <a:ea typeface="微軟正黑體" pitchFamily="34" charset="-120"/>
              </a:endParaRPr>
            </a:p>
          </p:txBody>
        </p:sp>
        <p:sp>
          <p:nvSpPr>
            <p:cNvPr id="19" name="矩形 18"/>
            <p:cNvSpPr/>
            <p:nvPr userDrawn="1"/>
          </p:nvSpPr>
          <p:spPr>
            <a:xfrm>
              <a:off x="0" y="6357958"/>
              <a:ext cx="9144000" cy="500042"/>
            </a:xfrm>
            <a:prstGeom prst="rect">
              <a:avLst/>
            </a:prstGeom>
            <a:gradFill flip="none" rotWithShape="1">
              <a:gsLst>
                <a:gs pos="0">
                  <a:schemeClr val="bg1">
                    <a:lumMod val="75000"/>
                  </a:schemeClr>
                </a:gs>
                <a:gs pos="50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zh-TW" altLang="en-US" dirty="0">
                <a:solidFill>
                  <a:prstClr val="white"/>
                </a:solidFill>
                <a:latin typeface="微軟正黑體" pitchFamily="34" charset="-120"/>
                <a:ea typeface="微軟正黑體" pitchFamily="34" charset="-120"/>
              </a:endParaRPr>
            </a:p>
          </p:txBody>
        </p:sp>
      </p:grpSp>
      <p:sp>
        <p:nvSpPr>
          <p:cNvPr id="1027" name="標題版面配置區 1"/>
          <p:cNvSpPr>
            <a:spLocks noGrp="1"/>
          </p:cNvSpPr>
          <p:nvPr>
            <p:ph type="title"/>
          </p:nvPr>
        </p:nvSpPr>
        <p:spPr bwMode="auto">
          <a:xfrm>
            <a:off x="457200" y="274638"/>
            <a:ext cx="8229600" cy="7969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8" name="文字版面配置區 2"/>
          <p:cNvSpPr>
            <a:spLocks noGrp="1"/>
          </p:cNvSpPr>
          <p:nvPr>
            <p:ph type="body" idx="1"/>
          </p:nvPr>
        </p:nvSpPr>
        <p:spPr bwMode="auto">
          <a:xfrm>
            <a:off x="457200" y="1285875"/>
            <a:ext cx="8229600" cy="48402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pic>
        <p:nvPicPr>
          <p:cNvPr id="20" name="圖片 19" descr="Logo-英業達集團Inventec-TC.png"/>
          <p:cNvPicPr>
            <a:picLocks noChangeAspect="1"/>
          </p:cNvPicPr>
          <p:nvPr/>
        </p:nvPicPr>
        <p:blipFill>
          <a:blip r:embed="rId7" cstate="print"/>
          <a:stretch>
            <a:fillRect/>
          </a:stretch>
        </p:blipFill>
        <p:spPr>
          <a:xfrm>
            <a:off x="4566150" y="6448424"/>
            <a:ext cx="773701" cy="301547"/>
          </a:xfrm>
          <a:prstGeom prst="rect">
            <a:avLst/>
          </a:prstGeom>
        </p:spPr>
      </p:pic>
      <p:sp>
        <p:nvSpPr>
          <p:cNvPr id="21" name="頁尾版面配置區 4"/>
          <p:cNvSpPr>
            <a:spLocks noGrp="1"/>
          </p:cNvSpPr>
          <p:nvPr>
            <p:ph type="ftr" sz="quarter" idx="3"/>
          </p:nvPr>
        </p:nvSpPr>
        <p:spPr>
          <a:xfrm>
            <a:off x="1" y="6356939"/>
            <a:ext cx="1551006" cy="364281"/>
          </a:xfrm>
          <a:prstGeom prst="rect">
            <a:avLst/>
          </a:prstGeom>
        </p:spPr>
        <p:txBody>
          <a:bodyPr vert="horz" lIns="83923" tIns="41962" rIns="83923" bIns="41962" rtlCol="0" anchor="ctr"/>
          <a:lstStyle>
            <a:lvl1pPr algn="ctr" fontAlgn="auto">
              <a:spcBef>
                <a:spcPts val="0"/>
              </a:spcBef>
              <a:spcAft>
                <a:spcPts val="0"/>
              </a:spcAft>
              <a:defRPr kumimoji="0" sz="1000">
                <a:solidFill>
                  <a:schemeClr val="tx1">
                    <a:tint val="75000"/>
                  </a:schemeClr>
                </a:solidFill>
                <a:latin typeface="+mj-lt"/>
                <a:ea typeface="微軟正黑體" pitchFamily="34" charset="-120"/>
              </a:defRPr>
            </a:lvl1pPr>
          </a:lstStyle>
          <a:p>
            <a:pPr>
              <a:defRPr/>
            </a:pPr>
            <a:r>
              <a:rPr lang="en-US" altLang="zh-TW" dirty="0" err="1" smtClean="0">
                <a:solidFill>
                  <a:prstClr val="black">
                    <a:tint val="75000"/>
                  </a:prstClr>
                </a:solidFill>
              </a:rPr>
              <a:t>Inventec</a:t>
            </a:r>
            <a:r>
              <a:rPr lang="en-US" altLang="zh-TW" dirty="0" smtClean="0">
                <a:solidFill>
                  <a:prstClr val="black">
                    <a:tint val="75000"/>
                  </a:prstClr>
                </a:solidFill>
              </a:rPr>
              <a:t> Confidential</a:t>
            </a:r>
            <a:endParaRPr lang="zh-TW" altLang="en-US" dirty="0">
              <a:solidFill>
                <a:prstClr val="black">
                  <a:tint val="75000"/>
                </a:prstClr>
              </a:solidFill>
            </a:endParaRPr>
          </a:p>
        </p:txBody>
      </p:sp>
      <p:sp>
        <p:nvSpPr>
          <p:cNvPr id="22" name="投影片編號版面配置區 5"/>
          <p:cNvSpPr>
            <a:spLocks noGrp="1"/>
          </p:cNvSpPr>
          <p:nvPr>
            <p:ph type="sldNum" sz="quarter" idx="4"/>
          </p:nvPr>
        </p:nvSpPr>
        <p:spPr>
          <a:xfrm>
            <a:off x="6516216" y="6356939"/>
            <a:ext cx="2311792" cy="364281"/>
          </a:xfrm>
          <a:prstGeom prst="rect">
            <a:avLst/>
          </a:prstGeom>
        </p:spPr>
        <p:txBody>
          <a:bodyPr vert="horz" lIns="83923" tIns="41962" rIns="83923" bIns="41962" rtlCol="0" anchor="ctr"/>
          <a:lstStyle>
            <a:lvl1pPr algn="r" fontAlgn="auto">
              <a:spcBef>
                <a:spcPts val="0"/>
              </a:spcBef>
              <a:spcAft>
                <a:spcPts val="0"/>
              </a:spcAft>
              <a:defRPr kumimoji="0" sz="1200">
                <a:solidFill>
                  <a:schemeClr val="tx1">
                    <a:tint val="75000"/>
                  </a:schemeClr>
                </a:solidFill>
                <a:latin typeface="+mj-lt"/>
                <a:ea typeface="微軟正黑體" pitchFamily="34" charset="-120"/>
              </a:defRPr>
            </a:lvl1pPr>
          </a:lstStyle>
          <a:p>
            <a:pPr>
              <a:defRPr/>
            </a:pPr>
            <a:fld id="{566B3443-88FF-483E-9A67-1965FD1BAB9A}" type="slidenum">
              <a:rPr lang="zh-TW" altLang="en-US" smtClean="0">
                <a:solidFill>
                  <a:prstClr val="black">
                    <a:tint val="75000"/>
                  </a:prstClr>
                </a:solidFill>
              </a:rPr>
              <a:pPr>
                <a:defRPr/>
              </a:pPr>
              <a:t>‹#›</a:t>
            </a:fld>
            <a:endParaRPr lang="zh-TW" alt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36" r:id="rId1"/>
    <p:sldLayoutId id="2147483727" r:id="rId2"/>
    <p:sldLayoutId id="2147483738" r:id="rId3"/>
    <p:sldLayoutId id="2147483739" r:id="rId4"/>
  </p:sldLayoutIdLst>
  <p:hf hdr="0" dt="0"/>
  <p:txStyles>
    <p:titleStyle>
      <a:lvl1pPr algn="l" rtl="0" eaLnBrk="1" fontAlgn="base" hangingPunct="1">
        <a:spcBef>
          <a:spcPct val="0"/>
        </a:spcBef>
        <a:spcAft>
          <a:spcPct val="0"/>
        </a:spcAft>
        <a:defRPr sz="3600" b="1" kern="1200">
          <a:solidFill>
            <a:schemeClr val="tx1"/>
          </a:solidFill>
          <a:latin typeface="+mj-lt"/>
          <a:ea typeface="微軟正黑體" pitchFamily="34" charset="-120"/>
          <a:cs typeface="+mj-cs"/>
        </a:defRPr>
      </a:lvl1pPr>
      <a:lvl2pPr algn="l" rtl="0" eaLnBrk="1" fontAlgn="base" hangingPunct="1">
        <a:spcBef>
          <a:spcPct val="0"/>
        </a:spcBef>
        <a:spcAft>
          <a:spcPct val="0"/>
        </a:spcAft>
        <a:defRPr sz="3600" b="1">
          <a:solidFill>
            <a:schemeClr val="tx1"/>
          </a:solidFill>
          <a:latin typeface="Calibri" pitchFamily="34" charset="0"/>
          <a:ea typeface="微軟正黑體" pitchFamily="34" charset="-120"/>
        </a:defRPr>
      </a:lvl2pPr>
      <a:lvl3pPr algn="l" rtl="0" eaLnBrk="1" fontAlgn="base" hangingPunct="1">
        <a:spcBef>
          <a:spcPct val="0"/>
        </a:spcBef>
        <a:spcAft>
          <a:spcPct val="0"/>
        </a:spcAft>
        <a:defRPr sz="3600" b="1">
          <a:solidFill>
            <a:schemeClr val="tx1"/>
          </a:solidFill>
          <a:latin typeface="Calibri" pitchFamily="34" charset="0"/>
          <a:ea typeface="微軟正黑體" pitchFamily="34" charset="-120"/>
        </a:defRPr>
      </a:lvl3pPr>
      <a:lvl4pPr algn="l" rtl="0" eaLnBrk="1" fontAlgn="base" hangingPunct="1">
        <a:spcBef>
          <a:spcPct val="0"/>
        </a:spcBef>
        <a:spcAft>
          <a:spcPct val="0"/>
        </a:spcAft>
        <a:defRPr sz="3600" b="1">
          <a:solidFill>
            <a:schemeClr val="tx1"/>
          </a:solidFill>
          <a:latin typeface="Calibri" pitchFamily="34" charset="0"/>
          <a:ea typeface="微軟正黑體" pitchFamily="34" charset="-120"/>
        </a:defRPr>
      </a:lvl4pPr>
      <a:lvl5pPr algn="l" rtl="0" eaLnBrk="1" fontAlgn="base" hangingPunct="1">
        <a:spcBef>
          <a:spcPct val="0"/>
        </a:spcBef>
        <a:spcAft>
          <a:spcPct val="0"/>
        </a:spcAft>
        <a:defRPr sz="3600" b="1">
          <a:solidFill>
            <a:schemeClr val="tx1"/>
          </a:solidFill>
          <a:latin typeface="Calibri" pitchFamily="34" charset="0"/>
          <a:ea typeface="微軟正黑體" pitchFamily="34" charset="-120"/>
        </a:defRPr>
      </a:lvl5pPr>
      <a:lvl6pPr marL="457200" algn="l" rtl="0" eaLnBrk="1" fontAlgn="base" hangingPunct="1">
        <a:spcBef>
          <a:spcPct val="0"/>
        </a:spcBef>
        <a:spcAft>
          <a:spcPct val="0"/>
        </a:spcAft>
        <a:defRPr sz="3600" b="1">
          <a:solidFill>
            <a:schemeClr val="tx1"/>
          </a:solidFill>
          <a:latin typeface="Calibri" pitchFamily="34" charset="0"/>
          <a:ea typeface="微軟正黑體" pitchFamily="34" charset="-120"/>
        </a:defRPr>
      </a:lvl6pPr>
      <a:lvl7pPr marL="914400" algn="l" rtl="0" eaLnBrk="1" fontAlgn="base" hangingPunct="1">
        <a:spcBef>
          <a:spcPct val="0"/>
        </a:spcBef>
        <a:spcAft>
          <a:spcPct val="0"/>
        </a:spcAft>
        <a:defRPr sz="3600" b="1">
          <a:solidFill>
            <a:schemeClr val="tx1"/>
          </a:solidFill>
          <a:latin typeface="Calibri" pitchFamily="34" charset="0"/>
          <a:ea typeface="微軟正黑體" pitchFamily="34" charset="-120"/>
        </a:defRPr>
      </a:lvl7pPr>
      <a:lvl8pPr marL="1371600" algn="l" rtl="0" eaLnBrk="1" fontAlgn="base" hangingPunct="1">
        <a:spcBef>
          <a:spcPct val="0"/>
        </a:spcBef>
        <a:spcAft>
          <a:spcPct val="0"/>
        </a:spcAft>
        <a:defRPr sz="3600" b="1">
          <a:solidFill>
            <a:schemeClr val="tx1"/>
          </a:solidFill>
          <a:latin typeface="Calibri" pitchFamily="34" charset="0"/>
          <a:ea typeface="微軟正黑體" pitchFamily="34" charset="-120"/>
        </a:defRPr>
      </a:lvl8pPr>
      <a:lvl9pPr marL="1828800" algn="l" rtl="0" eaLnBrk="1" fontAlgn="base" hangingPunct="1">
        <a:spcBef>
          <a:spcPct val="0"/>
        </a:spcBef>
        <a:spcAft>
          <a:spcPct val="0"/>
        </a:spcAft>
        <a:defRPr sz="3600" b="1">
          <a:solidFill>
            <a:schemeClr val="tx1"/>
          </a:solidFill>
          <a:latin typeface="Calibri" pitchFamily="34" charset="0"/>
          <a:ea typeface="微軟正黑體" pitchFamily="34" charset="-120"/>
        </a:defRPr>
      </a:lvl9pPr>
    </p:titleStyle>
    <p:bodyStyle>
      <a:lvl1pPr marL="342900" indent="-342900" algn="l" rtl="0" eaLnBrk="1" fontAlgn="base" hangingPunct="1">
        <a:spcBef>
          <a:spcPct val="20000"/>
        </a:spcBef>
        <a:spcAft>
          <a:spcPct val="0"/>
        </a:spcAft>
        <a:buFont typeface="Arial" charset="0"/>
        <a:buChar char="•"/>
        <a:defRPr sz="2800" kern="1200">
          <a:solidFill>
            <a:schemeClr val="tx1"/>
          </a:solidFill>
          <a:latin typeface="+mj-lt"/>
          <a:ea typeface="微軟正黑體" pitchFamily="34" charset="-120"/>
          <a:cs typeface="+mn-cs"/>
        </a:defRPr>
      </a:lvl1pPr>
      <a:lvl2pPr marL="742950" indent="-285750" algn="l" rtl="0" eaLnBrk="1" fontAlgn="base" hangingPunct="1">
        <a:spcBef>
          <a:spcPct val="20000"/>
        </a:spcBef>
        <a:spcAft>
          <a:spcPct val="0"/>
        </a:spcAft>
        <a:buFont typeface="Arial" charset="0"/>
        <a:buChar char="–"/>
        <a:defRPr sz="2400" kern="1200">
          <a:solidFill>
            <a:srgbClr val="262626"/>
          </a:solidFill>
          <a:latin typeface="+mj-lt"/>
          <a:ea typeface="微軟正黑體" pitchFamily="34" charset="-120"/>
          <a:cs typeface="+mn-cs"/>
        </a:defRPr>
      </a:lvl2pPr>
      <a:lvl3pPr marL="1143000" indent="-228600" algn="l" rtl="0" eaLnBrk="1" fontAlgn="base" hangingPunct="1">
        <a:spcBef>
          <a:spcPct val="20000"/>
        </a:spcBef>
        <a:spcAft>
          <a:spcPct val="0"/>
        </a:spcAft>
        <a:buFont typeface="Arial" charset="0"/>
        <a:buChar char="•"/>
        <a:defRPr sz="2000" kern="1200">
          <a:solidFill>
            <a:srgbClr val="404040"/>
          </a:solidFill>
          <a:latin typeface="+mj-lt"/>
          <a:ea typeface="微軟正黑體" pitchFamily="34" charset="-120"/>
          <a:cs typeface="+mn-cs"/>
        </a:defRPr>
      </a:lvl3pPr>
      <a:lvl4pPr marL="1600200" indent="-228600" algn="l" rtl="0" eaLnBrk="1" fontAlgn="base" hangingPunct="1">
        <a:spcBef>
          <a:spcPct val="20000"/>
        </a:spcBef>
        <a:spcAft>
          <a:spcPct val="0"/>
        </a:spcAft>
        <a:buFont typeface="Arial" charset="0"/>
        <a:buChar char="–"/>
        <a:defRPr kern="1200">
          <a:solidFill>
            <a:srgbClr val="595959"/>
          </a:solidFill>
          <a:latin typeface="+mj-lt"/>
          <a:ea typeface="微軟正黑體" pitchFamily="34" charset="-120"/>
          <a:cs typeface="+mn-cs"/>
        </a:defRPr>
      </a:lvl4pPr>
      <a:lvl5pPr marL="2057400" indent="-228600" algn="l" rtl="0" eaLnBrk="1" fontAlgn="base" hangingPunct="1">
        <a:spcBef>
          <a:spcPct val="20000"/>
        </a:spcBef>
        <a:spcAft>
          <a:spcPct val="0"/>
        </a:spcAft>
        <a:buFont typeface="Arial" charset="0"/>
        <a:buChar char="»"/>
        <a:defRPr kern="1200">
          <a:solidFill>
            <a:srgbClr val="7F7F7F"/>
          </a:solidFill>
          <a:latin typeface="+mj-lt"/>
          <a:ea typeface="微軟正黑體"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t>II 4.0 RD</a:t>
            </a:r>
            <a:endParaRPr lang="zh-TW" altLang="en-US" dirty="0"/>
          </a:p>
        </p:txBody>
      </p:sp>
      <p:sp>
        <p:nvSpPr>
          <p:cNvPr id="3" name="副標題 2"/>
          <p:cNvSpPr>
            <a:spLocks noGrp="1"/>
          </p:cNvSpPr>
          <p:nvPr>
            <p:ph type="subTitle" idx="4294967295"/>
          </p:nvPr>
        </p:nvSpPr>
        <p:spPr>
          <a:xfrm>
            <a:off x="2143124" y="3573016"/>
            <a:ext cx="4857752" cy="785818"/>
          </a:xfrm>
        </p:spPr>
        <p:txBody>
          <a:bodyPr>
            <a:normAutofit/>
          </a:bodyPr>
          <a:lstStyle/>
          <a:p>
            <a:pPr>
              <a:buNone/>
            </a:pPr>
            <a:endParaRPr lang="en-US" altLang="zh-TW" dirty="0" smtClean="0"/>
          </a:p>
        </p:txBody>
      </p:sp>
      <p:sp>
        <p:nvSpPr>
          <p:cNvPr id="4" name="副標題 2"/>
          <p:cNvSpPr txBox="1">
            <a:spLocks/>
          </p:cNvSpPr>
          <p:nvPr/>
        </p:nvSpPr>
        <p:spPr bwMode="auto">
          <a:xfrm>
            <a:off x="899592" y="4365104"/>
            <a:ext cx="7750011" cy="864096"/>
          </a:xfrm>
          <a:prstGeom prst="rect">
            <a:avLst/>
          </a:prstGeom>
          <a:noFill/>
          <a:ln w="9525">
            <a:noFill/>
            <a:miter lim="800000"/>
            <a:headEnd/>
            <a:tailEnd/>
          </a:ln>
        </p:spPr>
        <p:txBody>
          <a:bodyPr vert="horz" wrap="square" lIns="67528" tIns="33765" rIns="67528" bIns="33765" numCol="1" anchor="ctr" anchorCtr="0" compatLnSpc="1">
            <a:prstTxWarp prst="textNoShape">
              <a:avLst/>
            </a:prstTxWarp>
            <a:noAutofit/>
          </a:bodyPr>
          <a:lstStyle/>
          <a:p>
            <a:pPr algn="ctr" defTabSz="839694">
              <a:spcBef>
                <a:spcPct val="20000"/>
              </a:spcBef>
              <a:defRPr/>
            </a:pPr>
            <a:r>
              <a:rPr kumimoji="0" lang="en-US" altLang="zh-CN" sz="2000" b="1" dirty="0" smtClean="0">
                <a:solidFill>
                  <a:schemeClr val="tx1"/>
                </a:solidFill>
                <a:latin typeface="Calibri" pitchFamily="34" charset="0"/>
                <a:ea typeface="微軟正黑體" pitchFamily="34" charset="-120"/>
                <a:cs typeface="Calibri" pitchFamily="34" charset="0"/>
              </a:rPr>
              <a:t>July 1</a:t>
            </a:r>
            <a:r>
              <a:rPr kumimoji="0" lang="en-US" altLang="zh-CN" sz="2000" b="1" baseline="30000" dirty="0" smtClean="0">
                <a:solidFill>
                  <a:schemeClr val="tx1"/>
                </a:solidFill>
                <a:latin typeface="Calibri" pitchFamily="34" charset="0"/>
                <a:ea typeface="微軟正黑體" pitchFamily="34" charset="-120"/>
                <a:cs typeface="Calibri" pitchFamily="34" charset="0"/>
              </a:rPr>
              <a:t>st</a:t>
            </a:r>
            <a:r>
              <a:rPr kumimoji="0" lang="en-US" altLang="zh-CN" sz="2000" b="1" dirty="0" smtClean="0">
                <a:solidFill>
                  <a:schemeClr val="tx1"/>
                </a:solidFill>
                <a:latin typeface="Calibri" pitchFamily="34" charset="0"/>
                <a:ea typeface="微軟正黑體" pitchFamily="34" charset="-120"/>
                <a:cs typeface="Calibri" pitchFamily="34" charset="0"/>
              </a:rPr>
              <a:t> </a:t>
            </a:r>
            <a:r>
              <a:rPr kumimoji="0" lang="en-US" altLang="zh-TW" sz="2000" b="1" dirty="0" smtClean="0">
                <a:solidFill>
                  <a:schemeClr val="tx1"/>
                </a:solidFill>
                <a:latin typeface="Calibri" pitchFamily="34" charset="0"/>
                <a:ea typeface="微軟正黑體" pitchFamily="34" charset="-120"/>
                <a:cs typeface="Calibri" pitchFamily="34" charset="0"/>
              </a:rPr>
              <a:t>2012@17pt</a:t>
            </a:r>
            <a:br>
              <a:rPr kumimoji="0" lang="en-US" altLang="zh-TW" sz="2000" b="1" dirty="0" smtClean="0">
                <a:solidFill>
                  <a:schemeClr val="tx1"/>
                </a:solidFill>
                <a:latin typeface="Calibri" pitchFamily="34" charset="0"/>
                <a:ea typeface="微軟正黑體" pitchFamily="34" charset="-120"/>
                <a:cs typeface="Calibri" pitchFamily="34" charset="0"/>
              </a:rPr>
            </a:br>
            <a:r>
              <a:rPr kumimoji="0" lang="zh-TW" altLang="en-US" sz="2000" b="1" dirty="0" smtClean="0">
                <a:solidFill>
                  <a:schemeClr val="tx1"/>
                </a:solidFill>
                <a:latin typeface="Calibri" pitchFamily="34" charset="0"/>
                <a:ea typeface="微軟正黑體" pitchFamily="34" charset="-120"/>
                <a:cs typeface="Calibri" pitchFamily="34" charset="0"/>
              </a:rPr>
              <a:t>王一安</a:t>
            </a:r>
            <a:endParaRPr kumimoji="0" lang="en-US" altLang="zh-TW" sz="2000" b="1" dirty="0" smtClean="0">
              <a:solidFill>
                <a:schemeClr val="tx1"/>
              </a:solidFill>
              <a:latin typeface="Calibri" pitchFamily="34" charset="0"/>
              <a:ea typeface="微軟正黑體" pitchFamily="34" charset="-120"/>
              <a:cs typeface="Calibri" pitchFamily="34" charset="0"/>
            </a:endParaRPr>
          </a:p>
          <a:p>
            <a:pPr algn="ctr" defTabSz="839694">
              <a:spcBef>
                <a:spcPct val="20000"/>
              </a:spcBef>
              <a:defRPr/>
            </a:pPr>
            <a:r>
              <a:rPr kumimoji="0" lang="zh-TW" altLang="en-US" sz="2000" b="1" dirty="0" smtClean="0">
                <a:solidFill>
                  <a:schemeClr val="tx1"/>
                </a:solidFill>
                <a:latin typeface="Calibri" pitchFamily="34" charset="0"/>
                <a:ea typeface="微軟正黑體" pitchFamily="34" charset="-120"/>
                <a:cs typeface="Calibri" pitchFamily="34" charset="0"/>
              </a:rPr>
              <a:t>系統開發處</a:t>
            </a:r>
            <a:endParaRPr lang="zh-TW" altLang="en-US" sz="2000"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smtClean="0"/>
              <a:t>AS-IS</a:t>
            </a:r>
            <a:endParaRPr lang="zh-TW" altLang="en-US" dirty="0"/>
          </a:p>
        </p:txBody>
      </p:sp>
      <p:sp>
        <p:nvSpPr>
          <p:cNvPr id="4" name="頁尾版面配置區 3"/>
          <p:cNvSpPr>
            <a:spLocks noGrp="1"/>
          </p:cNvSpPr>
          <p:nvPr>
            <p:ph type="ftr" sz="quarter" idx="11"/>
          </p:nvPr>
        </p:nvSpPr>
        <p:spPr/>
        <p:txBody>
          <a:bodyPr/>
          <a:lstStyle/>
          <a:p>
            <a:pPr>
              <a:defRPr/>
            </a:pPr>
            <a:r>
              <a:rPr lang="en-US" altLang="zh-TW" smtClean="0"/>
              <a:t>Inventec Confidential</a:t>
            </a:r>
            <a:endParaRPr lang="zh-TW" altLang="en-US" dirty="0"/>
          </a:p>
        </p:txBody>
      </p:sp>
      <p:sp>
        <p:nvSpPr>
          <p:cNvPr id="5" name="投影片編號版面配置區 4"/>
          <p:cNvSpPr>
            <a:spLocks noGrp="1"/>
          </p:cNvSpPr>
          <p:nvPr>
            <p:ph type="sldNum" sz="quarter" idx="12"/>
          </p:nvPr>
        </p:nvSpPr>
        <p:spPr/>
        <p:txBody>
          <a:bodyPr/>
          <a:lstStyle/>
          <a:p>
            <a:pPr>
              <a:defRPr/>
            </a:pPr>
            <a:fld id="{566B3443-88FF-483E-9A67-1965FD1BAB9A}" type="slidenum">
              <a:rPr lang="zh-TW" altLang="en-US" smtClean="0">
                <a:solidFill>
                  <a:prstClr val="black">
                    <a:tint val="75000"/>
                  </a:prstClr>
                </a:solidFill>
              </a:rPr>
              <a:pPr>
                <a:defRPr/>
              </a:pPr>
              <a:t>2</a:t>
            </a:fld>
            <a:endParaRPr lang="zh-TW" altLang="en-US" dirty="0">
              <a:solidFill>
                <a:prstClr val="black">
                  <a:tint val="75000"/>
                </a:prstClr>
              </a:solidFill>
            </a:endParaRPr>
          </a:p>
        </p:txBody>
      </p:sp>
      <p:sp>
        <p:nvSpPr>
          <p:cNvPr id="8" name="文字方塊 7"/>
          <p:cNvSpPr txBox="1"/>
          <p:nvPr/>
        </p:nvSpPr>
        <p:spPr>
          <a:xfrm>
            <a:off x="611560" y="4293096"/>
            <a:ext cx="671979" cy="369332"/>
          </a:xfrm>
          <a:prstGeom prst="rect">
            <a:avLst/>
          </a:prstGeom>
          <a:noFill/>
        </p:spPr>
        <p:txBody>
          <a:bodyPr wrap="square" rtlCol="0">
            <a:spAutoFit/>
          </a:bodyPr>
          <a:lstStyle/>
          <a:p>
            <a:r>
              <a:rPr lang="en-US" altLang="zh-TW" dirty="0" smtClean="0"/>
              <a:t>CAD</a:t>
            </a:r>
            <a:endParaRPr lang="zh-TW" altLang="en-US" dirty="0"/>
          </a:p>
        </p:txBody>
      </p:sp>
      <p:sp>
        <p:nvSpPr>
          <p:cNvPr id="9" name="文字方塊 8"/>
          <p:cNvSpPr txBox="1"/>
          <p:nvPr/>
        </p:nvSpPr>
        <p:spPr>
          <a:xfrm>
            <a:off x="1763688" y="4725144"/>
            <a:ext cx="1120820" cy="369332"/>
          </a:xfrm>
          <a:prstGeom prst="rect">
            <a:avLst/>
          </a:prstGeom>
          <a:noFill/>
        </p:spPr>
        <p:txBody>
          <a:bodyPr wrap="none" rtlCol="0">
            <a:spAutoFit/>
          </a:bodyPr>
          <a:lstStyle/>
          <a:p>
            <a:r>
              <a:rPr lang="en-US" altLang="zh-TW" dirty="0" smtClean="0"/>
              <a:t>CAE</a:t>
            </a:r>
            <a:r>
              <a:rPr lang="zh-TW" altLang="en-US" dirty="0" smtClean="0"/>
              <a:t>分析</a:t>
            </a:r>
            <a:endParaRPr lang="zh-TW" altLang="en-US" dirty="0"/>
          </a:p>
        </p:txBody>
      </p:sp>
      <p:sp>
        <p:nvSpPr>
          <p:cNvPr id="11" name="文字方塊 10"/>
          <p:cNvSpPr txBox="1"/>
          <p:nvPr/>
        </p:nvSpPr>
        <p:spPr>
          <a:xfrm>
            <a:off x="72008" y="2924944"/>
            <a:ext cx="1569660" cy="646331"/>
          </a:xfrm>
          <a:prstGeom prst="rect">
            <a:avLst/>
          </a:prstGeom>
          <a:noFill/>
        </p:spPr>
        <p:txBody>
          <a:bodyPr wrap="none" rtlCol="0">
            <a:spAutoFit/>
          </a:bodyPr>
          <a:lstStyle/>
          <a:p>
            <a:r>
              <a:rPr lang="zh-TW" altLang="en-US" dirty="0" smtClean="0"/>
              <a:t>組裝公差</a:t>
            </a:r>
            <a:r>
              <a:rPr lang="zh-TW" altLang="en-US" dirty="0" smtClean="0"/>
              <a:t>分析</a:t>
            </a:r>
            <a:endParaRPr lang="en-US" altLang="zh-TW" dirty="0" smtClean="0"/>
          </a:p>
          <a:p>
            <a:r>
              <a:rPr lang="zh-TW" altLang="en-US" dirty="0" smtClean="0"/>
              <a:t>組裝模擬</a:t>
            </a:r>
            <a:endParaRPr lang="zh-TW" altLang="en-US" dirty="0"/>
          </a:p>
        </p:txBody>
      </p:sp>
      <p:sp>
        <p:nvSpPr>
          <p:cNvPr id="12" name="文字方塊 11"/>
          <p:cNvSpPr txBox="1"/>
          <p:nvPr/>
        </p:nvSpPr>
        <p:spPr>
          <a:xfrm>
            <a:off x="1907704" y="3573016"/>
            <a:ext cx="864339" cy="369332"/>
          </a:xfrm>
          <a:prstGeom prst="rect">
            <a:avLst/>
          </a:prstGeom>
          <a:noFill/>
        </p:spPr>
        <p:txBody>
          <a:bodyPr wrap="none" rtlCol="0">
            <a:spAutoFit/>
          </a:bodyPr>
          <a:lstStyle/>
          <a:p>
            <a:r>
              <a:rPr lang="en-US" altLang="zh-TW" dirty="0" smtClean="0"/>
              <a:t>EBOM</a:t>
            </a:r>
            <a:endParaRPr lang="zh-TW" altLang="en-US" dirty="0"/>
          </a:p>
        </p:txBody>
      </p:sp>
      <p:sp>
        <p:nvSpPr>
          <p:cNvPr id="13" name="文字方塊 12"/>
          <p:cNvSpPr txBox="1"/>
          <p:nvPr/>
        </p:nvSpPr>
        <p:spPr>
          <a:xfrm>
            <a:off x="3131840" y="2636912"/>
            <a:ext cx="902811" cy="369332"/>
          </a:xfrm>
          <a:prstGeom prst="rect">
            <a:avLst/>
          </a:prstGeom>
          <a:noFill/>
        </p:spPr>
        <p:txBody>
          <a:bodyPr wrap="none" rtlCol="0">
            <a:spAutoFit/>
          </a:bodyPr>
          <a:lstStyle/>
          <a:p>
            <a:r>
              <a:rPr lang="en-US" altLang="zh-TW" dirty="0" smtClean="0"/>
              <a:t>MBOM</a:t>
            </a:r>
            <a:endParaRPr lang="zh-TW" altLang="en-US" dirty="0"/>
          </a:p>
        </p:txBody>
      </p:sp>
      <p:sp>
        <p:nvSpPr>
          <p:cNvPr id="14" name="文字方塊 13"/>
          <p:cNvSpPr txBox="1"/>
          <p:nvPr/>
        </p:nvSpPr>
        <p:spPr>
          <a:xfrm>
            <a:off x="2915816" y="4437112"/>
            <a:ext cx="697627" cy="369332"/>
          </a:xfrm>
          <a:prstGeom prst="rect">
            <a:avLst/>
          </a:prstGeom>
          <a:noFill/>
        </p:spPr>
        <p:txBody>
          <a:bodyPr wrap="none" rtlCol="0">
            <a:spAutoFit/>
          </a:bodyPr>
          <a:lstStyle/>
          <a:p>
            <a:r>
              <a:rPr lang="en-US" altLang="zh-TW" dirty="0" smtClean="0"/>
              <a:t>CAM</a:t>
            </a:r>
            <a:endParaRPr lang="zh-TW" altLang="en-US" dirty="0"/>
          </a:p>
        </p:txBody>
      </p:sp>
      <p:cxnSp>
        <p:nvCxnSpPr>
          <p:cNvPr id="16" name="直線單箭頭接點 15"/>
          <p:cNvCxnSpPr>
            <a:stCxn id="8" idx="2"/>
            <a:endCxn id="9" idx="1"/>
          </p:cNvCxnSpPr>
          <p:nvPr/>
        </p:nvCxnSpPr>
        <p:spPr>
          <a:xfrm rot="16200000" flipH="1">
            <a:off x="1231928" y="4378050"/>
            <a:ext cx="247382" cy="816138"/>
          </a:xfrm>
          <a:prstGeom prst="curvedConnector2">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8" idx="3"/>
            <a:endCxn id="12" idx="1"/>
          </p:cNvCxnSpPr>
          <p:nvPr/>
        </p:nvCxnSpPr>
        <p:spPr>
          <a:xfrm flipV="1">
            <a:off x="1283539" y="3757682"/>
            <a:ext cx="624165" cy="720080"/>
          </a:xfrm>
          <a:prstGeom prst="curvedConnector3">
            <a:avLst>
              <a:gd name="adj1" fmla="val 50000"/>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a:stCxn id="8" idx="1"/>
            <a:endCxn id="11" idx="2"/>
          </p:cNvCxnSpPr>
          <p:nvPr/>
        </p:nvCxnSpPr>
        <p:spPr>
          <a:xfrm rot="10800000" flipH="1">
            <a:off x="611560" y="3571276"/>
            <a:ext cx="245278" cy="906487"/>
          </a:xfrm>
          <a:prstGeom prst="curvedConnector4">
            <a:avLst>
              <a:gd name="adj1" fmla="val -93200"/>
              <a:gd name="adj2" fmla="val 60186"/>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a:stCxn id="12" idx="3"/>
            <a:endCxn id="13" idx="2"/>
          </p:cNvCxnSpPr>
          <p:nvPr/>
        </p:nvCxnSpPr>
        <p:spPr>
          <a:xfrm flipV="1">
            <a:off x="2772043" y="3006244"/>
            <a:ext cx="811203" cy="751438"/>
          </a:xfrm>
          <a:prstGeom prst="curvedConnector2">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a:stCxn id="8" idx="3"/>
            <a:endCxn id="14" idx="0"/>
          </p:cNvCxnSpPr>
          <p:nvPr/>
        </p:nvCxnSpPr>
        <p:spPr>
          <a:xfrm flipV="1">
            <a:off x="1283539" y="4437112"/>
            <a:ext cx="1981091" cy="40650"/>
          </a:xfrm>
          <a:prstGeom prst="curvedConnector4">
            <a:avLst>
              <a:gd name="adj1" fmla="val 41196"/>
              <a:gd name="adj2" fmla="val 1016645"/>
            </a:avLst>
          </a:prstGeom>
          <a:ln>
            <a:headEnd type="none"/>
            <a:tailEnd type="arrow"/>
          </a:ln>
        </p:spPr>
        <p:style>
          <a:lnRef idx="1">
            <a:schemeClr val="accent1"/>
          </a:lnRef>
          <a:fillRef idx="0">
            <a:schemeClr val="accent1"/>
          </a:fillRef>
          <a:effectRef idx="0">
            <a:schemeClr val="accent1"/>
          </a:effectRef>
          <a:fontRef idx="minor">
            <a:schemeClr val="tx1"/>
          </a:fontRef>
        </p:style>
      </p:cxnSp>
      <p:sp>
        <p:nvSpPr>
          <p:cNvPr id="25" name="向右箭號 24"/>
          <p:cNvSpPr/>
          <p:nvPr/>
        </p:nvSpPr>
        <p:spPr>
          <a:xfrm>
            <a:off x="4139952" y="2636912"/>
            <a:ext cx="720080"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文字方塊 27"/>
          <p:cNvSpPr txBox="1"/>
          <p:nvPr/>
        </p:nvSpPr>
        <p:spPr>
          <a:xfrm>
            <a:off x="899592" y="2420888"/>
            <a:ext cx="2031325" cy="369332"/>
          </a:xfrm>
          <a:prstGeom prst="rect">
            <a:avLst/>
          </a:prstGeom>
          <a:noFill/>
        </p:spPr>
        <p:txBody>
          <a:bodyPr wrap="none" rtlCol="0">
            <a:spAutoFit/>
          </a:bodyPr>
          <a:lstStyle/>
          <a:p>
            <a:r>
              <a:rPr lang="zh-TW" altLang="en-US" dirty="0" smtClean="0"/>
              <a:t>機構件詢報價系統</a:t>
            </a:r>
            <a:endParaRPr lang="zh-TW" altLang="en-US" dirty="0"/>
          </a:p>
        </p:txBody>
      </p:sp>
      <p:cxnSp>
        <p:nvCxnSpPr>
          <p:cNvPr id="29" name="直線單箭頭接點 19"/>
          <p:cNvCxnSpPr>
            <a:endCxn id="12" idx="0"/>
          </p:cNvCxnSpPr>
          <p:nvPr/>
        </p:nvCxnSpPr>
        <p:spPr>
          <a:xfrm rot="5400000">
            <a:off x="2015777" y="3177033"/>
            <a:ext cx="720080" cy="71886"/>
          </a:xfrm>
          <a:prstGeom prst="curvedConnector3">
            <a:avLst>
              <a:gd name="adj1" fmla="val 50000"/>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38" name="直線單箭頭接點 17"/>
          <p:cNvCxnSpPr>
            <a:stCxn id="8" idx="0"/>
            <a:endCxn id="28" idx="2"/>
          </p:cNvCxnSpPr>
          <p:nvPr/>
        </p:nvCxnSpPr>
        <p:spPr>
          <a:xfrm rot="5400000" flipH="1" flipV="1">
            <a:off x="679964" y="3057806"/>
            <a:ext cx="1502876" cy="967705"/>
          </a:xfrm>
          <a:prstGeom prst="curved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48" name="文字方塊 47"/>
          <p:cNvSpPr txBox="1"/>
          <p:nvPr/>
        </p:nvSpPr>
        <p:spPr>
          <a:xfrm>
            <a:off x="1043608" y="5517232"/>
            <a:ext cx="2816797" cy="461665"/>
          </a:xfrm>
          <a:prstGeom prst="rect">
            <a:avLst/>
          </a:prstGeom>
          <a:noFill/>
        </p:spPr>
        <p:txBody>
          <a:bodyPr wrap="none" rtlCol="0">
            <a:spAutoFit/>
          </a:bodyPr>
          <a:lstStyle/>
          <a:p>
            <a:r>
              <a:rPr lang="zh-TW" altLang="en-US" sz="2400" dirty="0" smtClean="0">
                <a:solidFill>
                  <a:srgbClr val="FF0000"/>
                </a:solidFill>
              </a:rPr>
              <a:t>示意</a:t>
            </a:r>
            <a:r>
              <a:rPr lang="en-US" altLang="zh-TW" sz="2400" dirty="0" smtClean="0">
                <a:solidFill>
                  <a:srgbClr val="FF0000"/>
                </a:solidFill>
              </a:rPr>
              <a:t>, </a:t>
            </a:r>
            <a:r>
              <a:rPr lang="zh-TW" altLang="en-US" sz="2400" dirty="0" smtClean="0">
                <a:solidFill>
                  <a:srgbClr val="FF0000"/>
                </a:solidFill>
              </a:rPr>
              <a:t>之後會</a:t>
            </a:r>
            <a:r>
              <a:rPr lang="zh-TW" altLang="en-US" sz="2400" dirty="0" smtClean="0">
                <a:solidFill>
                  <a:srgbClr val="FF0000"/>
                </a:solidFill>
              </a:rPr>
              <a:t>再</a:t>
            </a:r>
            <a:r>
              <a:rPr lang="zh-TW" altLang="en-US" sz="2400" dirty="0" smtClean="0">
                <a:solidFill>
                  <a:srgbClr val="FF0000"/>
                </a:solidFill>
              </a:rPr>
              <a:t>美化</a:t>
            </a:r>
            <a:endParaRPr lang="zh-TW" altLang="en-US" sz="2400"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畫面</a:t>
            </a:r>
            <a:endParaRPr lang="zh-TW" altLang="en-US" dirty="0"/>
          </a:p>
        </p:txBody>
      </p:sp>
      <p:sp>
        <p:nvSpPr>
          <p:cNvPr id="3" name="內容版面配置區 2"/>
          <p:cNvSpPr>
            <a:spLocks noGrp="1"/>
          </p:cNvSpPr>
          <p:nvPr>
            <p:ph idx="1"/>
          </p:nvPr>
        </p:nvSpPr>
        <p:spPr/>
        <p:txBody>
          <a:bodyPr/>
          <a:lstStyle/>
          <a:p>
            <a:r>
              <a:rPr lang="zh-TW" altLang="en-US" dirty="0" smtClean="0"/>
              <a:t>旁白 </a:t>
            </a:r>
            <a:r>
              <a:rPr lang="en-US" altLang="zh-TW" dirty="0" smtClean="0"/>
              <a:t>(</a:t>
            </a:r>
            <a:r>
              <a:rPr lang="zh-TW" altLang="en-US" dirty="0" smtClean="0"/>
              <a:t>前言</a:t>
            </a:r>
            <a:r>
              <a:rPr lang="en-US" altLang="zh-TW" dirty="0" smtClean="0"/>
              <a:t>)</a:t>
            </a:r>
          </a:p>
          <a:p>
            <a:pPr lvl="1"/>
            <a:r>
              <a:rPr lang="zh-TW" altLang="en-US" dirty="0" smtClean="0">
                <a:solidFill>
                  <a:srgbClr val="FF0000"/>
                </a:solidFill>
              </a:rPr>
              <a:t>在此工業</a:t>
            </a:r>
            <a:r>
              <a:rPr lang="en-US" altLang="zh-TW" dirty="0" smtClean="0">
                <a:solidFill>
                  <a:srgbClr val="FF0000"/>
                </a:solidFill>
              </a:rPr>
              <a:t>4.0</a:t>
            </a:r>
            <a:r>
              <a:rPr lang="zh-TW" altLang="en-US" dirty="0" smtClean="0">
                <a:solidFill>
                  <a:srgbClr val="FF0000"/>
                </a:solidFill>
              </a:rPr>
              <a:t>的改革浪潮中</a:t>
            </a:r>
            <a:r>
              <a:rPr lang="en-US" altLang="zh-TW" dirty="0" smtClean="0">
                <a:solidFill>
                  <a:srgbClr val="FF0000"/>
                </a:solidFill>
              </a:rPr>
              <a:t>, </a:t>
            </a:r>
            <a:r>
              <a:rPr lang="zh-TW" altLang="en-US" dirty="0" smtClean="0">
                <a:solidFill>
                  <a:srgbClr val="FF0000"/>
                </a:solidFill>
              </a:rPr>
              <a:t>英業達現況</a:t>
            </a:r>
            <a:r>
              <a:rPr lang="en-US" altLang="zh-TW" dirty="0" smtClean="0">
                <a:solidFill>
                  <a:srgbClr val="FF0000"/>
                </a:solidFill>
              </a:rPr>
              <a:t>,…. </a:t>
            </a:r>
          </a:p>
          <a:p>
            <a:r>
              <a:rPr lang="zh-TW" altLang="en-US" dirty="0" smtClean="0"/>
              <a:t>畫面</a:t>
            </a:r>
            <a:endParaRPr lang="en-US" altLang="zh-TW" dirty="0" smtClean="0"/>
          </a:p>
          <a:p>
            <a:pPr lvl="1"/>
            <a:r>
              <a:rPr lang="zh-TW" altLang="en-US" dirty="0" smtClean="0"/>
              <a:t>過場 </a:t>
            </a:r>
            <a:r>
              <a:rPr lang="en-US" altLang="zh-TW" dirty="0" smtClean="0"/>
              <a:t>(</a:t>
            </a:r>
            <a:r>
              <a:rPr lang="zh-TW" altLang="en-US" dirty="0" smtClean="0"/>
              <a:t>工業</a:t>
            </a:r>
            <a:r>
              <a:rPr lang="en-US" altLang="zh-TW" dirty="0" smtClean="0"/>
              <a:t>4.0</a:t>
            </a:r>
            <a:r>
              <a:rPr lang="zh-TW" altLang="en-US" dirty="0" smtClean="0"/>
              <a:t>相關的新聞畫面 </a:t>
            </a:r>
            <a:r>
              <a:rPr lang="en-US" altLang="zh-TW" dirty="0" smtClean="0"/>
              <a:t>or </a:t>
            </a:r>
            <a:r>
              <a:rPr lang="zh-TW" altLang="en-US" dirty="0" smtClean="0"/>
              <a:t>網路畫面</a:t>
            </a:r>
            <a:r>
              <a:rPr lang="en-US" altLang="zh-TW" dirty="0" smtClean="0"/>
              <a:t>) </a:t>
            </a:r>
            <a:r>
              <a:rPr lang="zh-TW" altLang="en-US" dirty="0" smtClean="0"/>
              <a:t>版權</a:t>
            </a:r>
            <a:r>
              <a:rPr lang="en-US" altLang="zh-TW" dirty="0" smtClean="0"/>
              <a:t>??</a:t>
            </a:r>
          </a:p>
          <a:p>
            <a:pPr lvl="1"/>
            <a:endParaRPr lang="zh-TW" altLang="en-US" dirty="0"/>
          </a:p>
        </p:txBody>
      </p:sp>
      <p:sp>
        <p:nvSpPr>
          <p:cNvPr id="4" name="頁尾版面配置區 3"/>
          <p:cNvSpPr>
            <a:spLocks noGrp="1"/>
          </p:cNvSpPr>
          <p:nvPr>
            <p:ph type="ftr" sz="quarter" idx="11"/>
          </p:nvPr>
        </p:nvSpPr>
        <p:spPr/>
        <p:txBody>
          <a:bodyPr/>
          <a:lstStyle/>
          <a:p>
            <a:pPr>
              <a:defRPr/>
            </a:pPr>
            <a:r>
              <a:rPr lang="en-US" altLang="zh-TW" smtClean="0"/>
              <a:t>Inventec Confidential</a:t>
            </a:r>
            <a:endParaRPr lang="zh-TW" altLang="en-US" dirty="0"/>
          </a:p>
        </p:txBody>
      </p:sp>
      <p:sp>
        <p:nvSpPr>
          <p:cNvPr id="5" name="投影片編號版面配置區 4"/>
          <p:cNvSpPr>
            <a:spLocks noGrp="1"/>
          </p:cNvSpPr>
          <p:nvPr>
            <p:ph type="sldNum" sz="quarter" idx="12"/>
          </p:nvPr>
        </p:nvSpPr>
        <p:spPr/>
        <p:txBody>
          <a:bodyPr/>
          <a:lstStyle/>
          <a:p>
            <a:pPr>
              <a:defRPr/>
            </a:pPr>
            <a:fld id="{566B3443-88FF-483E-9A67-1965FD1BAB9A}" type="slidenum">
              <a:rPr lang="zh-TW" altLang="en-US" smtClean="0">
                <a:solidFill>
                  <a:prstClr val="black">
                    <a:tint val="75000"/>
                  </a:prstClr>
                </a:solidFill>
              </a:rPr>
              <a:pPr>
                <a:defRPr/>
              </a:pPr>
              <a:t>3</a:t>
            </a:fld>
            <a:endParaRPr lang="zh-TW" altLang="en-US" dirty="0">
              <a:solidFill>
                <a:prstClr val="black">
                  <a:tint val="75000"/>
                </a:prst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畫面</a:t>
            </a:r>
            <a:endParaRPr lang="zh-TW" altLang="en-US" dirty="0"/>
          </a:p>
        </p:txBody>
      </p:sp>
      <p:sp>
        <p:nvSpPr>
          <p:cNvPr id="3" name="內容版面配置區 2"/>
          <p:cNvSpPr>
            <a:spLocks noGrp="1"/>
          </p:cNvSpPr>
          <p:nvPr>
            <p:ph idx="1"/>
          </p:nvPr>
        </p:nvSpPr>
        <p:spPr/>
        <p:txBody>
          <a:bodyPr/>
          <a:lstStyle/>
          <a:p>
            <a:r>
              <a:rPr lang="zh-TW" altLang="en-US" dirty="0" smtClean="0"/>
              <a:t>旁白 </a:t>
            </a:r>
            <a:endParaRPr lang="en-US" altLang="zh-TW" dirty="0" smtClean="0"/>
          </a:p>
          <a:p>
            <a:pPr lvl="1"/>
            <a:r>
              <a:rPr lang="zh-TW" altLang="en-US" dirty="0" smtClean="0"/>
              <a:t>收到客戶需求後</a:t>
            </a:r>
            <a:r>
              <a:rPr lang="en-US" altLang="zh-TW" dirty="0" smtClean="0"/>
              <a:t>, </a:t>
            </a:r>
            <a:r>
              <a:rPr lang="zh-TW" altLang="en-US" dirty="0" smtClean="0"/>
              <a:t>工程師於</a:t>
            </a:r>
            <a:r>
              <a:rPr lang="en-US" altLang="zh-TW" dirty="0" smtClean="0"/>
              <a:t>CAD</a:t>
            </a:r>
            <a:r>
              <a:rPr lang="zh-TW" altLang="en-US" dirty="0" smtClean="0"/>
              <a:t>系統中進行產品電子設計及機構設計</a:t>
            </a:r>
            <a:r>
              <a:rPr lang="zh-TW" altLang="en-US" dirty="0" smtClean="0"/>
              <a:t>，</a:t>
            </a:r>
            <a:endParaRPr lang="en-US" altLang="zh-TW" dirty="0" smtClean="0"/>
          </a:p>
          <a:p>
            <a:r>
              <a:rPr lang="zh-TW" altLang="en-US" dirty="0" smtClean="0"/>
              <a:t>畫面</a:t>
            </a:r>
            <a:endParaRPr lang="en-US" altLang="zh-TW" dirty="0" smtClean="0"/>
          </a:p>
          <a:p>
            <a:pPr lvl="1"/>
            <a:r>
              <a:rPr lang="zh-TW" altLang="en-US" dirty="0" smtClean="0"/>
              <a:t>顯示</a:t>
            </a:r>
            <a:r>
              <a:rPr lang="en-US" altLang="zh-TW" dirty="0" smtClean="0"/>
              <a:t>CAD </a:t>
            </a:r>
          </a:p>
          <a:p>
            <a:pPr lvl="1"/>
            <a:r>
              <a:rPr lang="zh-TW" altLang="en-US" dirty="0" smtClean="0"/>
              <a:t>顯示</a:t>
            </a:r>
            <a:r>
              <a:rPr lang="en-US" altLang="zh-TW" dirty="0" smtClean="0"/>
              <a:t>MCAD/ECAD</a:t>
            </a:r>
            <a:r>
              <a:rPr lang="zh-TW" altLang="en-US" dirty="0" smtClean="0"/>
              <a:t>操作畫面</a:t>
            </a:r>
            <a:endParaRPr lang="en-US" altLang="zh-TW" dirty="0" smtClean="0"/>
          </a:p>
        </p:txBody>
      </p:sp>
      <p:sp>
        <p:nvSpPr>
          <p:cNvPr id="4" name="頁尾版面配置區 3"/>
          <p:cNvSpPr>
            <a:spLocks noGrp="1"/>
          </p:cNvSpPr>
          <p:nvPr>
            <p:ph type="ftr" sz="quarter" idx="11"/>
          </p:nvPr>
        </p:nvSpPr>
        <p:spPr/>
        <p:txBody>
          <a:bodyPr/>
          <a:lstStyle/>
          <a:p>
            <a:pPr>
              <a:defRPr/>
            </a:pPr>
            <a:r>
              <a:rPr lang="en-US" altLang="zh-TW" smtClean="0"/>
              <a:t>Inventec Confidential</a:t>
            </a:r>
            <a:endParaRPr lang="zh-TW" altLang="en-US" dirty="0"/>
          </a:p>
        </p:txBody>
      </p:sp>
      <p:sp>
        <p:nvSpPr>
          <p:cNvPr id="5" name="投影片編號版面配置區 4"/>
          <p:cNvSpPr>
            <a:spLocks noGrp="1"/>
          </p:cNvSpPr>
          <p:nvPr>
            <p:ph type="sldNum" sz="quarter" idx="12"/>
          </p:nvPr>
        </p:nvSpPr>
        <p:spPr/>
        <p:txBody>
          <a:bodyPr/>
          <a:lstStyle/>
          <a:p>
            <a:pPr>
              <a:defRPr/>
            </a:pPr>
            <a:fld id="{566B3443-88FF-483E-9A67-1965FD1BAB9A}" type="slidenum">
              <a:rPr lang="zh-TW" altLang="en-US" smtClean="0">
                <a:solidFill>
                  <a:prstClr val="black">
                    <a:tint val="75000"/>
                  </a:prstClr>
                </a:solidFill>
              </a:rPr>
              <a:pPr>
                <a:defRPr/>
              </a:pPr>
              <a:t>4</a:t>
            </a:fld>
            <a:endParaRPr lang="zh-TW" altLang="en-US" dirty="0">
              <a:solidFill>
                <a:prstClr val="black">
                  <a:tint val="75000"/>
                </a:prstClr>
              </a:solidFill>
            </a:endParaRPr>
          </a:p>
        </p:txBody>
      </p:sp>
      <p:sp>
        <p:nvSpPr>
          <p:cNvPr id="6" name="文字方塊 5"/>
          <p:cNvSpPr txBox="1"/>
          <p:nvPr/>
        </p:nvSpPr>
        <p:spPr>
          <a:xfrm>
            <a:off x="6300192" y="3068960"/>
            <a:ext cx="671979" cy="369332"/>
          </a:xfrm>
          <a:prstGeom prst="rect">
            <a:avLst/>
          </a:prstGeom>
          <a:noFill/>
        </p:spPr>
        <p:txBody>
          <a:bodyPr wrap="square" rtlCol="0">
            <a:spAutoFit/>
          </a:bodyPr>
          <a:lstStyle/>
          <a:p>
            <a:r>
              <a:rPr lang="en-US" altLang="zh-TW" dirty="0" smtClean="0">
                <a:solidFill>
                  <a:schemeClr val="accent1">
                    <a:lumMod val="75000"/>
                  </a:schemeClr>
                </a:solidFill>
              </a:rPr>
              <a:t>CAD</a:t>
            </a:r>
            <a:endParaRPr lang="zh-TW" altLang="en-US" dirty="0">
              <a:solidFill>
                <a:schemeClr val="accent1">
                  <a:lumMod val="75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畫面</a:t>
            </a:r>
            <a:endParaRPr lang="zh-TW" altLang="en-US" dirty="0"/>
          </a:p>
        </p:txBody>
      </p:sp>
      <p:sp>
        <p:nvSpPr>
          <p:cNvPr id="3" name="內容版面配置區 2"/>
          <p:cNvSpPr>
            <a:spLocks noGrp="1"/>
          </p:cNvSpPr>
          <p:nvPr>
            <p:ph idx="1"/>
          </p:nvPr>
        </p:nvSpPr>
        <p:spPr/>
        <p:txBody>
          <a:bodyPr/>
          <a:lstStyle/>
          <a:p>
            <a:r>
              <a:rPr lang="zh-TW" altLang="en-US" dirty="0" smtClean="0"/>
              <a:t>旁白 </a:t>
            </a:r>
            <a:endParaRPr lang="en-US" altLang="zh-TW" dirty="0" smtClean="0"/>
          </a:p>
          <a:p>
            <a:pPr lvl="1"/>
            <a:r>
              <a:rPr lang="zh-TW" altLang="en-US" dirty="0" smtClean="0"/>
              <a:t>並</a:t>
            </a:r>
            <a:r>
              <a:rPr lang="zh-TW" altLang="en-US" dirty="0" smtClean="0"/>
              <a:t>以</a:t>
            </a:r>
            <a:r>
              <a:rPr lang="en-US" altLang="zh-TW" dirty="0" smtClean="0"/>
              <a:t>CAE</a:t>
            </a:r>
            <a:r>
              <a:rPr lang="zh-TW" altLang="en-US" dirty="0" smtClean="0"/>
              <a:t>軟件進行</a:t>
            </a:r>
            <a:r>
              <a:rPr lang="zh-TW" altLang="en-US" dirty="0" smtClean="0">
                <a:solidFill>
                  <a:srgbClr val="FF0000"/>
                </a:solidFill>
              </a:rPr>
              <a:t>應力應變分析</a:t>
            </a:r>
            <a:r>
              <a:rPr lang="en-US" altLang="zh-TW" dirty="0" smtClean="0">
                <a:solidFill>
                  <a:srgbClr val="FF0000"/>
                </a:solidFill>
              </a:rPr>
              <a:t>,</a:t>
            </a:r>
            <a:r>
              <a:rPr lang="zh-TW" altLang="en-US" dirty="0" smtClean="0">
                <a:solidFill>
                  <a:srgbClr val="FF0000"/>
                </a:solidFill>
              </a:rPr>
              <a:t> 熱流分析</a:t>
            </a:r>
            <a:r>
              <a:rPr lang="en-US" altLang="zh-TW" dirty="0" smtClean="0">
                <a:solidFill>
                  <a:srgbClr val="FF0000"/>
                </a:solidFill>
              </a:rPr>
              <a:t>, </a:t>
            </a:r>
            <a:r>
              <a:rPr lang="zh-TW" altLang="en-US" dirty="0" smtClean="0">
                <a:solidFill>
                  <a:srgbClr val="FF0000"/>
                </a:solidFill>
              </a:rPr>
              <a:t>雜訊偶合分析等訊號阻抗匹配等最佳化分析</a:t>
            </a:r>
            <a:r>
              <a:rPr lang="en-US" altLang="zh-TW" dirty="0" smtClean="0"/>
              <a:t>.</a:t>
            </a:r>
            <a:r>
              <a:rPr lang="zh-TW" altLang="en-US" dirty="0" smtClean="0"/>
              <a:t>  </a:t>
            </a:r>
            <a:endParaRPr lang="en-US" altLang="zh-TW" dirty="0" smtClean="0"/>
          </a:p>
          <a:p>
            <a:r>
              <a:rPr lang="zh-TW" altLang="en-US" dirty="0" smtClean="0"/>
              <a:t>畫面</a:t>
            </a:r>
            <a:endParaRPr lang="en-US" altLang="zh-TW" dirty="0" smtClean="0"/>
          </a:p>
          <a:p>
            <a:pPr lvl="1"/>
            <a:r>
              <a:rPr lang="zh-TW" altLang="en-US" dirty="0" smtClean="0"/>
              <a:t>顯示</a:t>
            </a:r>
            <a:r>
              <a:rPr lang="en-US" altLang="zh-TW" dirty="0" smtClean="0"/>
              <a:t>CAE</a:t>
            </a:r>
            <a:r>
              <a:rPr lang="zh-TW" altLang="en-US" dirty="0" smtClean="0"/>
              <a:t>相關畫面</a:t>
            </a:r>
            <a:endParaRPr lang="zh-TW" altLang="en-US" dirty="0"/>
          </a:p>
        </p:txBody>
      </p:sp>
      <p:sp>
        <p:nvSpPr>
          <p:cNvPr id="4" name="頁尾版面配置區 3"/>
          <p:cNvSpPr>
            <a:spLocks noGrp="1"/>
          </p:cNvSpPr>
          <p:nvPr>
            <p:ph type="ftr" sz="quarter" idx="11"/>
          </p:nvPr>
        </p:nvSpPr>
        <p:spPr/>
        <p:txBody>
          <a:bodyPr/>
          <a:lstStyle/>
          <a:p>
            <a:pPr>
              <a:defRPr/>
            </a:pPr>
            <a:r>
              <a:rPr lang="en-US" altLang="zh-TW" smtClean="0"/>
              <a:t>Inventec Confidential</a:t>
            </a:r>
            <a:endParaRPr lang="zh-TW" altLang="en-US" dirty="0"/>
          </a:p>
        </p:txBody>
      </p:sp>
      <p:sp>
        <p:nvSpPr>
          <p:cNvPr id="5" name="投影片編號版面配置區 4"/>
          <p:cNvSpPr>
            <a:spLocks noGrp="1"/>
          </p:cNvSpPr>
          <p:nvPr>
            <p:ph type="sldNum" sz="quarter" idx="12"/>
          </p:nvPr>
        </p:nvSpPr>
        <p:spPr/>
        <p:txBody>
          <a:bodyPr/>
          <a:lstStyle/>
          <a:p>
            <a:pPr>
              <a:defRPr/>
            </a:pPr>
            <a:fld id="{566B3443-88FF-483E-9A67-1965FD1BAB9A}" type="slidenum">
              <a:rPr lang="zh-TW" altLang="en-US" smtClean="0">
                <a:solidFill>
                  <a:prstClr val="black">
                    <a:tint val="75000"/>
                  </a:prstClr>
                </a:solidFill>
              </a:rPr>
              <a:pPr>
                <a:defRPr/>
              </a:pPr>
              <a:t>5</a:t>
            </a:fld>
            <a:endParaRPr lang="zh-TW" altLang="en-US" dirty="0">
              <a:solidFill>
                <a:prstClr val="black">
                  <a:tint val="75000"/>
                </a:prstClr>
              </a:solidFill>
            </a:endParaRPr>
          </a:p>
        </p:txBody>
      </p:sp>
      <p:sp>
        <p:nvSpPr>
          <p:cNvPr id="6" name="文字方塊 5"/>
          <p:cNvSpPr txBox="1"/>
          <p:nvPr/>
        </p:nvSpPr>
        <p:spPr>
          <a:xfrm>
            <a:off x="6156176" y="3429000"/>
            <a:ext cx="671979" cy="369332"/>
          </a:xfrm>
          <a:prstGeom prst="rect">
            <a:avLst/>
          </a:prstGeom>
          <a:noFill/>
        </p:spPr>
        <p:txBody>
          <a:bodyPr wrap="square" rtlCol="0">
            <a:spAutoFit/>
          </a:bodyPr>
          <a:lstStyle/>
          <a:p>
            <a:r>
              <a:rPr lang="en-US" altLang="zh-TW" dirty="0" smtClean="0"/>
              <a:t>CAD</a:t>
            </a:r>
            <a:endParaRPr lang="zh-TW" altLang="en-US" dirty="0"/>
          </a:p>
        </p:txBody>
      </p:sp>
      <p:sp>
        <p:nvSpPr>
          <p:cNvPr id="7" name="文字方塊 6"/>
          <p:cNvSpPr txBox="1"/>
          <p:nvPr/>
        </p:nvSpPr>
        <p:spPr>
          <a:xfrm>
            <a:off x="7308304" y="3861048"/>
            <a:ext cx="1120820" cy="369332"/>
          </a:xfrm>
          <a:prstGeom prst="rect">
            <a:avLst/>
          </a:prstGeom>
          <a:noFill/>
        </p:spPr>
        <p:txBody>
          <a:bodyPr wrap="none" rtlCol="0">
            <a:spAutoFit/>
          </a:bodyPr>
          <a:lstStyle/>
          <a:p>
            <a:r>
              <a:rPr lang="en-US" altLang="zh-TW" dirty="0" smtClean="0">
                <a:solidFill>
                  <a:schemeClr val="accent1">
                    <a:lumMod val="75000"/>
                  </a:schemeClr>
                </a:solidFill>
              </a:rPr>
              <a:t>CAE</a:t>
            </a:r>
            <a:r>
              <a:rPr lang="zh-TW" altLang="en-US" dirty="0" smtClean="0">
                <a:solidFill>
                  <a:schemeClr val="accent1">
                    <a:lumMod val="75000"/>
                  </a:schemeClr>
                </a:solidFill>
              </a:rPr>
              <a:t>分析</a:t>
            </a:r>
            <a:endParaRPr lang="zh-TW" altLang="en-US" dirty="0">
              <a:solidFill>
                <a:schemeClr val="accent1">
                  <a:lumMod val="75000"/>
                </a:schemeClr>
              </a:solidFill>
            </a:endParaRPr>
          </a:p>
        </p:txBody>
      </p:sp>
      <p:cxnSp>
        <p:nvCxnSpPr>
          <p:cNvPr id="8" name="直線單箭頭接點 15"/>
          <p:cNvCxnSpPr>
            <a:stCxn id="6" idx="2"/>
            <a:endCxn id="7" idx="1"/>
          </p:cNvCxnSpPr>
          <p:nvPr/>
        </p:nvCxnSpPr>
        <p:spPr>
          <a:xfrm rot="16200000" flipH="1">
            <a:off x="6776544" y="3513954"/>
            <a:ext cx="247382" cy="816138"/>
          </a:xfrm>
          <a:prstGeom prst="curvedConnector2">
            <a:avLst/>
          </a:prstGeom>
          <a:ln>
            <a:headEnd type="none"/>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畫面</a:t>
            </a:r>
            <a:endParaRPr lang="zh-TW" altLang="en-US" dirty="0"/>
          </a:p>
        </p:txBody>
      </p:sp>
      <p:sp>
        <p:nvSpPr>
          <p:cNvPr id="3" name="內容版面配置區 2"/>
          <p:cNvSpPr>
            <a:spLocks noGrp="1"/>
          </p:cNvSpPr>
          <p:nvPr>
            <p:ph idx="1"/>
          </p:nvPr>
        </p:nvSpPr>
        <p:spPr/>
        <p:txBody>
          <a:bodyPr/>
          <a:lstStyle/>
          <a:p>
            <a:r>
              <a:rPr lang="zh-TW" altLang="en-US" dirty="0" smtClean="0"/>
              <a:t>旁白 </a:t>
            </a:r>
            <a:endParaRPr lang="en-US" altLang="zh-TW" dirty="0" smtClean="0"/>
          </a:p>
          <a:p>
            <a:pPr lvl="1"/>
            <a:r>
              <a:rPr lang="zh-TW" altLang="en-US" dirty="0" smtClean="0"/>
              <a:t>在整體機構設計</a:t>
            </a:r>
            <a:r>
              <a:rPr lang="en-US" altLang="zh-TW" dirty="0" smtClean="0"/>
              <a:t>, </a:t>
            </a:r>
            <a:r>
              <a:rPr lang="zh-TW" altLang="en-US" dirty="0" smtClean="0"/>
              <a:t>還會</a:t>
            </a:r>
            <a:r>
              <a:rPr lang="zh-TW" altLang="en-US" dirty="0" smtClean="0"/>
              <a:t>進行</a:t>
            </a:r>
            <a:r>
              <a:rPr lang="zh-TW" altLang="en-US" dirty="0" smtClean="0"/>
              <a:t>組裝公差分析及</a:t>
            </a:r>
            <a:r>
              <a:rPr lang="zh-TW" altLang="en-US" dirty="0" smtClean="0"/>
              <a:t>組裝過程模儗以確保系統可以順利組裝。</a:t>
            </a:r>
            <a:endParaRPr lang="en-US" altLang="zh-TW" dirty="0" smtClean="0"/>
          </a:p>
          <a:p>
            <a:r>
              <a:rPr lang="zh-TW" altLang="en-US" dirty="0" smtClean="0"/>
              <a:t>畫面</a:t>
            </a:r>
            <a:endParaRPr lang="en-US" altLang="zh-TW" dirty="0" smtClean="0"/>
          </a:p>
          <a:p>
            <a:pPr lvl="1"/>
            <a:r>
              <a:rPr lang="zh-TW" altLang="en-US" dirty="0" smtClean="0"/>
              <a:t>組裝</a:t>
            </a:r>
            <a:r>
              <a:rPr lang="zh-TW" altLang="en-US" dirty="0" smtClean="0"/>
              <a:t>公差</a:t>
            </a:r>
            <a:r>
              <a:rPr lang="zh-TW" altLang="en-US" dirty="0" smtClean="0"/>
              <a:t>分析</a:t>
            </a:r>
            <a:endParaRPr lang="en-US" altLang="zh-TW" dirty="0" smtClean="0"/>
          </a:p>
          <a:p>
            <a:pPr lvl="1"/>
            <a:r>
              <a:rPr lang="zh-TW" altLang="en-US" dirty="0" smtClean="0"/>
              <a:t>組裝模擬</a:t>
            </a:r>
            <a:endParaRPr lang="en-US" altLang="zh-TW" dirty="0" smtClean="0"/>
          </a:p>
          <a:p>
            <a:pPr lvl="1"/>
            <a:endParaRPr lang="zh-TW" altLang="en-US" dirty="0"/>
          </a:p>
        </p:txBody>
      </p:sp>
      <p:sp>
        <p:nvSpPr>
          <p:cNvPr id="4" name="頁尾版面配置區 3"/>
          <p:cNvSpPr>
            <a:spLocks noGrp="1"/>
          </p:cNvSpPr>
          <p:nvPr>
            <p:ph type="ftr" sz="quarter" idx="11"/>
          </p:nvPr>
        </p:nvSpPr>
        <p:spPr/>
        <p:txBody>
          <a:bodyPr/>
          <a:lstStyle/>
          <a:p>
            <a:pPr>
              <a:defRPr/>
            </a:pPr>
            <a:r>
              <a:rPr lang="en-US" altLang="zh-TW" smtClean="0"/>
              <a:t>Inventec Confidential</a:t>
            </a:r>
            <a:endParaRPr lang="zh-TW" altLang="en-US" dirty="0"/>
          </a:p>
        </p:txBody>
      </p:sp>
      <p:sp>
        <p:nvSpPr>
          <p:cNvPr id="5" name="投影片編號版面配置區 4"/>
          <p:cNvSpPr>
            <a:spLocks noGrp="1"/>
          </p:cNvSpPr>
          <p:nvPr>
            <p:ph type="sldNum" sz="quarter" idx="12"/>
          </p:nvPr>
        </p:nvSpPr>
        <p:spPr/>
        <p:txBody>
          <a:bodyPr/>
          <a:lstStyle/>
          <a:p>
            <a:pPr>
              <a:defRPr/>
            </a:pPr>
            <a:fld id="{566B3443-88FF-483E-9A67-1965FD1BAB9A}" type="slidenum">
              <a:rPr lang="zh-TW" altLang="en-US" smtClean="0">
                <a:solidFill>
                  <a:prstClr val="black">
                    <a:tint val="75000"/>
                  </a:prstClr>
                </a:solidFill>
              </a:rPr>
              <a:pPr>
                <a:defRPr/>
              </a:pPr>
              <a:t>6</a:t>
            </a:fld>
            <a:endParaRPr lang="zh-TW" altLang="en-US" dirty="0">
              <a:solidFill>
                <a:prstClr val="black">
                  <a:tint val="75000"/>
                </a:prstClr>
              </a:solidFill>
            </a:endParaRPr>
          </a:p>
        </p:txBody>
      </p:sp>
      <p:sp>
        <p:nvSpPr>
          <p:cNvPr id="6" name="文字方塊 5"/>
          <p:cNvSpPr txBox="1"/>
          <p:nvPr/>
        </p:nvSpPr>
        <p:spPr>
          <a:xfrm>
            <a:off x="6119664" y="4437112"/>
            <a:ext cx="671979" cy="369332"/>
          </a:xfrm>
          <a:prstGeom prst="rect">
            <a:avLst/>
          </a:prstGeom>
          <a:noFill/>
        </p:spPr>
        <p:txBody>
          <a:bodyPr wrap="square" rtlCol="0">
            <a:spAutoFit/>
          </a:bodyPr>
          <a:lstStyle/>
          <a:p>
            <a:r>
              <a:rPr lang="en-US" altLang="zh-TW" dirty="0" smtClean="0"/>
              <a:t>CAD</a:t>
            </a:r>
            <a:endParaRPr lang="zh-TW" altLang="en-US" dirty="0"/>
          </a:p>
        </p:txBody>
      </p:sp>
      <p:sp>
        <p:nvSpPr>
          <p:cNvPr id="7" name="文字方塊 6"/>
          <p:cNvSpPr txBox="1"/>
          <p:nvPr/>
        </p:nvSpPr>
        <p:spPr>
          <a:xfrm>
            <a:off x="7271792" y="4869160"/>
            <a:ext cx="1120820" cy="369332"/>
          </a:xfrm>
          <a:prstGeom prst="rect">
            <a:avLst/>
          </a:prstGeom>
          <a:noFill/>
        </p:spPr>
        <p:txBody>
          <a:bodyPr wrap="none" rtlCol="0">
            <a:spAutoFit/>
          </a:bodyPr>
          <a:lstStyle/>
          <a:p>
            <a:r>
              <a:rPr lang="en-US" altLang="zh-TW" dirty="0" smtClean="0"/>
              <a:t>CAE</a:t>
            </a:r>
            <a:r>
              <a:rPr lang="zh-TW" altLang="en-US" dirty="0" smtClean="0"/>
              <a:t>分析</a:t>
            </a:r>
            <a:endParaRPr lang="zh-TW" altLang="en-US" dirty="0"/>
          </a:p>
        </p:txBody>
      </p:sp>
      <p:sp>
        <p:nvSpPr>
          <p:cNvPr id="8" name="文字方塊 7"/>
          <p:cNvSpPr txBox="1"/>
          <p:nvPr/>
        </p:nvSpPr>
        <p:spPr>
          <a:xfrm>
            <a:off x="5580112" y="3068960"/>
            <a:ext cx="1569660" cy="646331"/>
          </a:xfrm>
          <a:prstGeom prst="rect">
            <a:avLst/>
          </a:prstGeom>
          <a:noFill/>
        </p:spPr>
        <p:txBody>
          <a:bodyPr wrap="none" rtlCol="0">
            <a:spAutoFit/>
          </a:bodyPr>
          <a:lstStyle/>
          <a:p>
            <a:r>
              <a:rPr lang="zh-TW" altLang="en-US" dirty="0" smtClean="0">
                <a:solidFill>
                  <a:schemeClr val="accent1">
                    <a:lumMod val="75000"/>
                  </a:schemeClr>
                </a:solidFill>
              </a:rPr>
              <a:t>組裝公差</a:t>
            </a:r>
            <a:r>
              <a:rPr lang="zh-TW" altLang="en-US" dirty="0" smtClean="0">
                <a:solidFill>
                  <a:schemeClr val="accent1">
                    <a:lumMod val="75000"/>
                  </a:schemeClr>
                </a:solidFill>
              </a:rPr>
              <a:t>分析</a:t>
            </a:r>
            <a:endParaRPr lang="en-US" altLang="zh-TW" dirty="0" smtClean="0">
              <a:solidFill>
                <a:schemeClr val="accent1">
                  <a:lumMod val="75000"/>
                </a:schemeClr>
              </a:solidFill>
            </a:endParaRPr>
          </a:p>
          <a:p>
            <a:r>
              <a:rPr lang="zh-TW" altLang="en-US" dirty="0" smtClean="0">
                <a:solidFill>
                  <a:schemeClr val="accent1">
                    <a:lumMod val="75000"/>
                  </a:schemeClr>
                </a:solidFill>
              </a:rPr>
              <a:t>組裝模擬</a:t>
            </a:r>
            <a:endParaRPr lang="zh-TW" altLang="en-US" dirty="0">
              <a:solidFill>
                <a:schemeClr val="accent1">
                  <a:lumMod val="75000"/>
                </a:schemeClr>
              </a:solidFill>
            </a:endParaRPr>
          </a:p>
        </p:txBody>
      </p:sp>
      <p:cxnSp>
        <p:nvCxnSpPr>
          <p:cNvPr id="9" name="直線單箭頭接點 15"/>
          <p:cNvCxnSpPr>
            <a:stCxn id="6" idx="2"/>
            <a:endCxn id="7" idx="1"/>
          </p:cNvCxnSpPr>
          <p:nvPr/>
        </p:nvCxnSpPr>
        <p:spPr>
          <a:xfrm rot="16200000" flipH="1">
            <a:off x="6740032" y="4522066"/>
            <a:ext cx="247382" cy="816138"/>
          </a:xfrm>
          <a:prstGeom prst="curvedConnector2">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10" name="直線單箭頭接點 19"/>
          <p:cNvCxnSpPr>
            <a:stCxn id="6" idx="1"/>
            <a:endCxn id="8" idx="2"/>
          </p:cNvCxnSpPr>
          <p:nvPr/>
        </p:nvCxnSpPr>
        <p:spPr>
          <a:xfrm rot="10800000" flipH="1">
            <a:off x="6119664" y="3715292"/>
            <a:ext cx="245278" cy="906487"/>
          </a:xfrm>
          <a:prstGeom prst="curvedConnector4">
            <a:avLst>
              <a:gd name="adj1" fmla="val -93200"/>
              <a:gd name="adj2" fmla="val 60186"/>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畫面</a:t>
            </a:r>
            <a:endParaRPr lang="zh-TW" altLang="en-US" dirty="0"/>
          </a:p>
        </p:txBody>
      </p:sp>
      <p:sp>
        <p:nvSpPr>
          <p:cNvPr id="3" name="內容版面配置區 2"/>
          <p:cNvSpPr>
            <a:spLocks noGrp="1"/>
          </p:cNvSpPr>
          <p:nvPr>
            <p:ph idx="1"/>
          </p:nvPr>
        </p:nvSpPr>
        <p:spPr/>
        <p:txBody>
          <a:bodyPr/>
          <a:lstStyle/>
          <a:p>
            <a:r>
              <a:rPr lang="zh-TW" altLang="en-US" dirty="0" smtClean="0"/>
              <a:t>旁白 </a:t>
            </a:r>
            <a:endParaRPr lang="en-US" altLang="zh-TW" dirty="0" smtClean="0"/>
          </a:p>
          <a:p>
            <a:pPr lvl="1"/>
            <a:r>
              <a:rPr lang="zh-TW" altLang="en-US" dirty="0" smtClean="0">
                <a:solidFill>
                  <a:srgbClr val="FF0000"/>
                </a:solidFill>
              </a:rPr>
              <a:t>在每個設計階段中</a:t>
            </a:r>
            <a:r>
              <a:rPr lang="en-US" altLang="zh-TW" dirty="0" smtClean="0">
                <a:solidFill>
                  <a:srgbClr val="FF0000"/>
                </a:solidFill>
              </a:rPr>
              <a:t>, </a:t>
            </a:r>
            <a:r>
              <a:rPr lang="zh-TW" altLang="en-US" dirty="0" smtClean="0"/>
              <a:t>透過</a:t>
            </a:r>
            <a:r>
              <a:rPr lang="en-US" altLang="zh-TW" dirty="0" smtClean="0"/>
              <a:t>ECAD</a:t>
            </a:r>
            <a:r>
              <a:rPr lang="zh-TW" altLang="en-US" dirty="0" smtClean="0"/>
              <a:t>產生</a:t>
            </a:r>
            <a:r>
              <a:rPr lang="en-US" altLang="zh-TW" dirty="0" smtClean="0"/>
              <a:t>2.5D</a:t>
            </a:r>
            <a:r>
              <a:rPr lang="zh-TW" altLang="en-US" dirty="0" smtClean="0"/>
              <a:t>資料到</a:t>
            </a:r>
            <a:r>
              <a:rPr lang="en-US" altLang="zh-TW" dirty="0" smtClean="0"/>
              <a:t>MCAD</a:t>
            </a:r>
            <a:r>
              <a:rPr lang="zh-TW" altLang="en-US" dirty="0" smtClean="0"/>
              <a:t>中</a:t>
            </a:r>
            <a:r>
              <a:rPr lang="en-US" altLang="zh-TW" dirty="0" smtClean="0"/>
              <a:t>,</a:t>
            </a:r>
            <a:r>
              <a:rPr lang="zh-TW" altLang="en-US" dirty="0" smtClean="0"/>
              <a:t> 進行機電整合干涉檢查</a:t>
            </a:r>
            <a:r>
              <a:rPr lang="en-US" altLang="zh-TW" dirty="0" smtClean="0"/>
              <a:t>,</a:t>
            </a:r>
            <a:r>
              <a:rPr lang="zh-TW" altLang="en-US" dirty="0" smtClean="0"/>
              <a:t> 提前發現機構設計及線路板</a:t>
            </a:r>
            <a:r>
              <a:rPr lang="en-US" altLang="zh-TW" dirty="0" smtClean="0"/>
              <a:t>Layout</a:t>
            </a:r>
            <a:r>
              <a:rPr lang="zh-TW" altLang="en-US" dirty="0" smtClean="0"/>
              <a:t>間的干涉問題</a:t>
            </a:r>
            <a:r>
              <a:rPr lang="zh-TW" altLang="en-US" dirty="0" smtClean="0"/>
              <a:t>。</a:t>
            </a:r>
            <a:endParaRPr lang="en-US" altLang="zh-TW" dirty="0" smtClean="0"/>
          </a:p>
          <a:p>
            <a:r>
              <a:rPr lang="zh-TW" altLang="en-US" dirty="0" smtClean="0"/>
              <a:t>畫面</a:t>
            </a:r>
            <a:endParaRPr lang="en-US" altLang="zh-TW" dirty="0" smtClean="0"/>
          </a:p>
          <a:p>
            <a:pPr lvl="1"/>
            <a:r>
              <a:rPr lang="en-US" altLang="zh-TW" dirty="0" smtClean="0"/>
              <a:t>CAD-&gt;</a:t>
            </a:r>
            <a:r>
              <a:rPr lang="zh-TW" altLang="en-US" dirty="0" smtClean="0"/>
              <a:t>組裝公差分析</a:t>
            </a:r>
            <a:endParaRPr lang="en-US" altLang="zh-TW" dirty="0" smtClean="0"/>
          </a:p>
          <a:p>
            <a:pPr lvl="1"/>
            <a:r>
              <a:rPr lang="zh-TW" altLang="en-US" dirty="0" smtClean="0"/>
              <a:t>干涉</a:t>
            </a:r>
            <a:r>
              <a:rPr lang="zh-TW" altLang="en-US" dirty="0" smtClean="0"/>
              <a:t>檢查</a:t>
            </a:r>
            <a:endParaRPr lang="en-US" altLang="zh-TW" dirty="0" smtClean="0"/>
          </a:p>
          <a:p>
            <a:pPr lvl="1"/>
            <a:endParaRPr lang="zh-TW" altLang="en-US" dirty="0"/>
          </a:p>
        </p:txBody>
      </p:sp>
      <p:sp>
        <p:nvSpPr>
          <p:cNvPr id="4" name="頁尾版面配置區 3"/>
          <p:cNvSpPr>
            <a:spLocks noGrp="1"/>
          </p:cNvSpPr>
          <p:nvPr>
            <p:ph type="ftr" sz="quarter" idx="11"/>
          </p:nvPr>
        </p:nvSpPr>
        <p:spPr/>
        <p:txBody>
          <a:bodyPr/>
          <a:lstStyle/>
          <a:p>
            <a:pPr>
              <a:defRPr/>
            </a:pPr>
            <a:r>
              <a:rPr lang="en-US" altLang="zh-TW" smtClean="0"/>
              <a:t>Inventec Confidential</a:t>
            </a:r>
            <a:endParaRPr lang="zh-TW" altLang="en-US" dirty="0"/>
          </a:p>
        </p:txBody>
      </p:sp>
      <p:sp>
        <p:nvSpPr>
          <p:cNvPr id="5" name="投影片編號版面配置區 4"/>
          <p:cNvSpPr>
            <a:spLocks noGrp="1"/>
          </p:cNvSpPr>
          <p:nvPr>
            <p:ph type="sldNum" sz="quarter" idx="12"/>
          </p:nvPr>
        </p:nvSpPr>
        <p:spPr/>
        <p:txBody>
          <a:bodyPr/>
          <a:lstStyle/>
          <a:p>
            <a:pPr>
              <a:defRPr/>
            </a:pPr>
            <a:fld id="{566B3443-88FF-483E-9A67-1965FD1BAB9A}" type="slidenum">
              <a:rPr lang="zh-TW" altLang="en-US" smtClean="0">
                <a:solidFill>
                  <a:prstClr val="black">
                    <a:tint val="75000"/>
                  </a:prstClr>
                </a:solidFill>
              </a:rPr>
              <a:pPr>
                <a:defRPr/>
              </a:pPr>
              <a:t>7</a:t>
            </a:fld>
            <a:endParaRPr lang="zh-TW" altLang="en-US" dirty="0">
              <a:solidFill>
                <a:prstClr val="black">
                  <a:tint val="75000"/>
                </a:prstClr>
              </a:solidFill>
            </a:endParaRPr>
          </a:p>
        </p:txBody>
      </p:sp>
      <p:sp>
        <p:nvSpPr>
          <p:cNvPr id="6" name="文字方塊 5"/>
          <p:cNvSpPr txBox="1"/>
          <p:nvPr/>
        </p:nvSpPr>
        <p:spPr>
          <a:xfrm>
            <a:off x="6263680" y="4941168"/>
            <a:ext cx="671979" cy="369332"/>
          </a:xfrm>
          <a:prstGeom prst="rect">
            <a:avLst/>
          </a:prstGeom>
          <a:noFill/>
        </p:spPr>
        <p:txBody>
          <a:bodyPr wrap="square" rtlCol="0">
            <a:spAutoFit/>
          </a:bodyPr>
          <a:lstStyle/>
          <a:p>
            <a:r>
              <a:rPr lang="en-US" altLang="zh-TW" dirty="0" smtClean="0"/>
              <a:t>CAD</a:t>
            </a:r>
            <a:endParaRPr lang="zh-TW" altLang="en-US" dirty="0"/>
          </a:p>
        </p:txBody>
      </p:sp>
      <p:sp>
        <p:nvSpPr>
          <p:cNvPr id="7" name="文字方塊 6"/>
          <p:cNvSpPr txBox="1"/>
          <p:nvPr/>
        </p:nvSpPr>
        <p:spPr>
          <a:xfrm>
            <a:off x="7415808" y="5373216"/>
            <a:ext cx="1120820" cy="369332"/>
          </a:xfrm>
          <a:prstGeom prst="rect">
            <a:avLst/>
          </a:prstGeom>
          <a:noFill/>
        </p:spPr>
        <p:txBody>
          <a:bodyPr wrap="none" rtlCol="0">
            <a:spAutoFit/>
          </a:bodyPr>
          <a:lstStyle/>
          <a:p>
            <a:r>
              <a:rPr lang="en-US" altLang="zh-TW" dirty="0" smtClean="0"/>
              <a:t>CAE</a:t>
            </a:r>
            <a:r>
              <a:rPr lang="zh-TW" altLang="en-US" dirty="0" smtClean="0"/>
              <a:t>分析</a:t>
            </a:r>
            <a:endParaRPr lang="zh-TW" altLang="en-US" dirty="0"/>
          </a:p>
        </p:txBody>
      </p:sp>
      <p:sp>
        <p:nvSpPr>
          <p:cNvPr id="8" name="文字方塊 7"/>
          <p:cNvSpPr txBox="1"/>
          <p:nvPr/>
        </p:nvSpPr>
        <p:spPr>
          <a:xfrm>
            <a:off x="5724128" y="3573016"/>
            <a:ext cx="1569660" cy="646331"/>
          </a:xfrm>
          <a:prstGeom prst="rect">
            <a:avLst/>
          </a:prstGeom>
          <a:noFill/>
        </p:spPr>
        <p:txBody>
          <a:bodyPr wrap="none" rtlCol="0">
            <a:spAutoFit/>
          </a:bodyPr>
          <a:lstStyle/>
          <a:p>
            <a:r>
              <a:rPr lang="zh-TW" altLang="en-US" dirty="0" smtClean="0">
                <a:solidFill>
                  <a:schemeClr val="accent1"/>
                </a:solidFill>
              </a:rPr>
              <a:t>組裝公差</a:t>
            </a:r>
            <a:r>
              <a:rPr lang="zh-TW" altLang="en-US" dirty="0" smtClean="0">
                <a:solidFill>
                  <a:schemeClr val="accent1"/>
                </a:solidFill>
              </a:rPr>
              <a:t>分析</a:t>
            </a:r>
            <a:endParaRPr lang="en-US" altLang="zh-TW" dirty="0" smtClean="0">
              <a:solidFill>
                <a:schemeClr val="accent1"/>
              </a:solidFill>
            </a:endParaRPr>
          </a:p>
          <a:p>
            <a:r>
              <a:rPr lang="zh-TW" altLang="en-US" dirty="0" smtClean="0">
                <a:solidFill>
                  <a:schemeClr val="accent1"/>
                </a:solidFill>
              </a:rPr>
              <a:t>組裝模擬</a:t>
            </a:r>
            <a:endParaRPr lang="zh-TW" altLang="en-US" dirty="0">
              <a:solidFill>
                <a:schemeClr val="accent1"/>
              </a:solidFill>
            </a:endParaRPr>
          </a:p>
        </p:txBody>
      </p:sp>
      <p:cxnSp>
        <p:nvCxnSpPr>
          <p:cNvPr id="9" name="直線單箭頭接點 15"/>
          <p:cNvCxnSpPr>
            <a:stCxn id="6" idx="2"/>
            <a:endCxn id="7" idx="1"/>
          </p:cNvCxnSpPr>
          <p:nvPr/>
        </p:nvCxnSpPr>
        <p:spPr>
          <a:xfrm rot="16200000" flipH="1">
            <a:off x="6884048" y="5026122"/>
            <a:ext cx="247382" cy="816138"/>
          </a:xfrm>
          <a:prstGeom prst="curvedConnector2">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10" name="直線單箭頭接點 19"/>
          <p:cNvCxnSpPr>
            <a:stCxn id="6" idx="1"/>
            <a:endCxn id="8" idx="2"/>
          </p:cNvCxnSpPr>
          <p:nvPr/>
        </p:nvCxnSpPr>
        <p:spPr>
          <a:xfrm rot="10800000" flipH="1">
            <a:off x="6263680" y="4219348"/>
            <a:ext cx="245278" cy="906487"/>
          </a:xfrm>
          <a:prstGeom prst="curvedConnector4">
            <a:avLst>
              <a:gd name="adj1" fmla="val -93200"/>
              <a:gd name="adj2" fmla="val 60186"/>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畫面</a:t>
            </a:r>
            <a:endParaRPr lang="zh-TW" altLang="en-US" dirty="0"/>
          </a:p>
        </p:txBody>
      </p:sp>
      <p:sp>
        <p:nvSpPr>
          <p:cNvPr id="3" name="內容版面配置區 2"/>
          <p:cNvSpPr>
            <a:spLocks noGrp="1"/>
          </p:cNvSpPr>
          <p:nvPr>
            <p:ph idx="1"/>
          </p:nvPr>
        </p:nvSpPr>
        <p:spPr/>
        <p:txBody>
          <a:bodyPr/>
          <a:lstStyle/>
          <a:p>
            <a:r>
              <a:rPr lang="zh-TW" altLang="en-US" dirty="0" smtClean="0"/>
              <a:t>旁白</a:t>
            </a:r>
            <a:endParaRPr lang="en-US" altLang="zh-TW" dirty="0" smtClean="0"/>
          </a:p>
          <a:p>
            <a:pPr lvl="1"/>
            <a:r>
              <a:rPr lang="zh-TW" altLang="en-US" dirty="0" smtClean="0"/>
              <a:t>機構設計大多非標準件</a:t>
            </a:r>
            <a:r>
              <a:rPr lang="en-US" altLang="zh-TW" dirty="0" smtClean="0"/>
              <a:t>, </a:t>
            </a:r>
            <a:r>
              <a:rPr lang="zh-TW" altLang="en-US" dirty="0" smtClean="0"/>
              <a:t>為了精確掌握預算</a:t>
            </a:r>
            <a:r>
              <a:rPr lang="en-US" altLang="zh-TW" dirty="0" smtClean="0"/>
              <a:t>, </a:t>
            </a:r>
            <a:r>
              <a:rPr lang="zh-TW" altLang="en-US" dirty="0" smtClean="0"/>
              <a:t>在確認設計前</a:t>
            </a:r>
            <a:r>
              <a:rPr lang="en-US" altLang="zh-TW" dirty="0" smtClean="0"/>
              <a:t>, </a:t>
            </a:r>
            <a:r>
              <a:rPr lang="zh-TW" altLang="en-US" dirty="0" smtClean="0"/>
              <a:t>便會透過詢報價系統與供應商溝通</a:t>
            </a:r>
            <a:r>
              <a:rPr lang="en-US" altLang="zh-TW" dirty="0" smtClean="0"/>
              <a:t>, </a:t>
            </a:r>
            <a:r>
              <a:rPr lang="zh-TW" altLang="en-US" dirty="0" smtClean="0"/>
              <a:t>進行工法討論及詢報價相關作業</a:t>
            </a:r>
            <a:r>
              <a:rPr lang="en-US" altLang="zh-TW" dirty="0" smtClean="0"/>
              <a:t>.</a:t>
            </a:r>
            <a:r>
              <a:rPr lang="zh-TW" altLang="en-US" dirty="0" smtClean="0"/>
              <a:t> 在此作業中除了在不同廠商間比價也會與歷史報價資料進行分析比較，以找出最佳報價</a:t>
            </a:r>
            <a:endParaRPr lang="en-US" altLang="zh-TW" dirty="0" smtClean="0"/>
          </a:p>
          <a:p>
            <a:r>
              <a:rPr lang="zh-TW" altLang="en-US" dirty="0" smtClean="0"/>
              <a:t>畫面</a:t>
            </a:r>
            <a:endParaRPr lang="en-US" altLang="zh-TW" dirty="0" smtClean="0"/>
          </a:p>
          <a:p>
            <a:pPr lvl="1"/>
            <a:r>
              <a:rPr lang="en-US" altLang="zh-TW" dirty="0" smtClean="0"/>
              <a:t>EBM</a:t>
            </a:r>
          </a:p>
          <a:p>
            <a:pPr lvl="1"/>
            <a:r>
              <a:rPr lang="en-US" altLang="zh-TW" dirty="0" smtClean="0"/>
              <a:t>EBM</a:t>
            </a:r>
            <a:r>
              <a:rPr lang="zh-TW" altLang="en-US" dirty="0" smtClean="0"/>
              <a:t>相關畫面</a:t>
            </a:r>
            <a:endParaRPr lang="en-US" altLang="zh-TW" dirty="0" smtClean="0"/>
          </a:p>
          <a:p>
            <a:pPr lvl="1"/>
            <a:endParaRPr lang="zh-TW" altLang="en-US" dirty="0"/>
          </a:p>
        </p:txBody>
      </p:sp>
      <p:sp>
        <p:nvSpPr>
          <p:cNvPr id="4" name="頁尾版面配置區 3"/>
          <p:cNvSpPr>
            <a:spLocks noGrp="1"/>
          </p:cNvSpPr>
          <p:nvPr>
            <p:ph type="ftr" sz="quarter" idx="11"/>
          </p:nvPr>
        </p:nvSpPr>
        <p:spPr/>
        <p:txBody>
          <a:bodyPr/>
          <a:lstStyle/>
          <a:p>
            <a:pPr>
              <a:defRPr/>
            </a:pPr>
            <a:r>
              <a:rPr lang="en-US" altLang="zh-TW" smtClean="0"/>
              <a:t>Inventec Confidential</a:t>
            </a:r>
            <a:endParaRPr lang="zh-TW" altLang="en-US" dirty="0"/>
          </a:p>
        </p:txBody>
      </p:sp>
      <p:sp>
        <p:nvSpPr>
          <p:cNvPr id="5" name="投影片編號版面配置區 4"/>
          <p:cNvSpPr>
            <a:spLocks noGrp="1"/>
          </p:cNvSpPr>
          <p:nvPr>
            <p:ph type="sldNum" sz="quarter" idx="12"/>
          </p:nvPr>
        </p:nvSpPr>
        <p:spPr/>
        <p:txBody>
          <a:bodyPr/>
          <a:lstStyle/>
          <a:p>
            <a:pPr>
              <a:defRPr/>
            </a:pPr>
            <a:fld id="{566B3443-88FF-483E-9A67-1965FD1BAB9A}" type="slidenum">
              <a:rPr lang="zh-TW" altLang="en-US" smtClean="0">
                <a:solidFill>
                  <a:prstClr val="black">
                    <a:tint val="75000"/>
                  </a:prstClr>
                </a:solidFill>
              </a:rPr>
              <a:pPr>
                <a:defRPr/>
              </a:pPr>
              <a:t>8</a:t>
            </a:fld>
            <a:endParaRPr lang="zh-TW" altLang="en-US" dirty="0">
              <a:solidFill>
                <a:prstClr val="black">
                  <a:tint val="75000"/>
                </a:prstClr>
              </a:solidFill>
            </a:endParaRPr>
          </a:p>
        </p:txBody>
      </p:sp>
      <p:sp>
        <p:nvSpPr>
          <p:cNvPr id="6" name="文字方塊 5"/>
          <p:cNvSpPr txBox="1"/>
          <p:nvPr/>
        </p:nvSpPr>
        <p:spPr>
          <a:xfrm>
            <a:off x="6047656" y="5733256"/>
            <a:ext cx="671979" cy="369332"/>
          </a:xfrm>
          <a:prstGeom prst="rect">
            <a:avLst/>
          </a:prstGeom>
          <a:noFill/>
        </p:spPr>
        <p:txBody>
          <a:bodyPr wrap="square" rtlCol="0">
            <a:spAutoFit/>
          </a:bodyPr>
          <a:lstStyle/>
          <a:p>
            <a:r>
              <a:rPr lang="en-US" altLang="zh-TW" dirty="0" smtClean="0"/>
              <a:t>CAD</a:t>
            </a:r>
            <a:endParaRPr lang="zh-TW" altLang="en-US" dirty="0"/>
          </a:p>
        </p:txBody>
      </p:sp>
      <p:sp>
        <p:nvSpPr>
          <p:cNvPr id="7" name="文字方塊 6"/>
          <p:cNvSpPr txBox="1"/>
          <p:nvPr/>
        </p:nvSpPr>
        <p:spPr>
          <a:xfrm>
            <a:off x="7199784" y="6165304"/>
            <a:ext cx="1120820" cy="369332"/>
          </a:xfrm>
          <a:prstGeom prst="rect">
            <a:avLst/>
          </a:prstGeom>
          <a:noFill/>
        </p:spPr>
        <p:txBody>
          <a:bodyPr wrap="none" rtlCol="0">
            <a:spAutoFit/>
          </a:bodyPr>
          <a:lstStyle/>
          <a:p>
            <a:r>
              <a:rPr lang="en-US" altLang="zh-TW" dirty="0" smtClean="0"/>
              <a:t>CAE</a:t>
            </a:r>
            <a:r>
              <a:rPr lang="zh-TW" altLang="en-US" dirty="0" smtClean="0"/>
              <a:t>分析</a:t>
            </a:r>
            <a:endParaRPr lang="zh-TW" altLang="en-US" dirty="0"/>
          </a:p>
        </p:txBody>
      </p:sp>
      <p:sp>
        <p:nvSpPr>
          <p:cNvPr id="8" name="文字方塊 7"/>
          <p:cNvSpPr txBox="1"/>
          <p:nvPr/>
        </p:nvSpPr>
        <p:spPr>
          <a:xfrm>
            <a:off x="5508104" y="4365104"/>
            <a:ext cx="1569660" cy="646331"/>
          </a:xfrm>
          <a:prstGeom prst="rect">
            <a:avLst/>
          </a:prstGeom>
          <a:noFill/>
        </p:spPr>
        <p:txBody>
          <a:bodyPr wrap="none" rtlCol="0">
            <a:spAutoFit/>
          </a:bodyPr>
          <a:lstStyle/>
          <a:p>
            <a:r>
              <a:rPr lang="zh-TW" altLang="en-US" dirty="0" smtClean="0"/>
              <a:t>組裝公差</a:t>
            </a:r>
            <a:r>
              <a:rPr lang="zh-TW" altLang="en-US" dirty="0" smtClean="0"/>
              <a:t>分析</a:t>
            </a:r>
            <a:endParaRPr lang="en-US" altLang="zh-TW" dirty="0" smtClean="0"/>
          </a:p>
          <a:p>
            <a:r>
              <a:rPr lang="zh-TW" altLang="en-US" dirty="0" smtClean="0"/>
              <a:t>組裝模擬</a:t>
            </a:r>
            <a:endParaRPr lang="zh-TW" altLang="en-US" dirty="0"/>
          </a:p>
        </p:txBody>
      </p:sp>
      <p:cxnSp>
        <p:nvCxnSpPr>
          <p:cNvPr id="9" name="直線單箭頭接點 15"/>
          <p:cNvCxnSpPr>
            <a:stCxn id="6" idx="2"/>
            <a:endCxn id="7" idx="1"/>
          </p:cNvCxnSpPr>
          <p:nvPr/>
        </p:nvCxnSpPr>
        <p:spPr>
          <a:xfrm rot="16200000" flipH="1">
            <a:off x="6668024" y="5818210"/>
            <a:ext cx="247382" cy="816138"/>
          </a:xfrm>
          <a:prstGeom prst="curvedConnector2">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10" name="直線單箭頭接點 19"/>
          <p:cNvCxnSpPr>
            <a:stCxn id="6" idx="1"/>
            <a:endCxn id="8" idx="2"/>
          </p:cNvCxnSpPr>
          <p:nvPr/>
        </p:nvCxnSpPr>
        <p:spPr>
          <a:xfrm rot="10800000" flipH="1">
            <a:off x="6047656" y="5011436"/>
            <a:ext cx="245278" cy="906487"/>
          </a:xfrm>
          <a:prstGeom prst="curvedConnector4">
            <a:avLst>
              <a:gd name="adj1" fmla="val -93200"/>
              <a:gd name="adj2" fmla="val 60186"/>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1" name="文字方塊 10"/>
          <p:cNvSpPr txBox="1"/>
          <p:nvPr/>
        </p:nvSpPr>
        <p:spPr>
          <a:xfrm>
            <a:off x="6335688" y="3861048"/>
            <a:ext cx="2031325" cy="369332"/>
          </a:xfrm>
          <a:prstGeom prst="rect">
            <a:avLst/>
          </a:prstGeom>
          <a:noFill/>
        </p:spPr>
        <p:txBody>
          <a:bodyPr wrap="none" rtlCol="0">
            <a:spAutoFit/>
          </a:bodyPr>
          <a:lstStyle/>
          <a:p>
            <a:r>
              <a:rPr lang="zh-TW" altLang="en-US" dirty="0" smtClean="0">
                <a:solidFill>
                  <a:schemeClr val="accent1"/>
                </a:solidFill>
              </a:rPr>
              <a:t>機構件詢報價系統</a:t>
            </a:r>
            <a:endParaRPr lang="zh-TW" altLang="en-US" dirty="0">
              <a:solidFill>
                <a:schemeClr val="accent1"/>
              </a:solidFill>
            </a:endParaRPr>
          </a:p>
        </p:txBody>
      </p:sp>
      <p:cxnSp>
        <p:nvCxnSpPr>
          <p:cNvPr id="12" name="直線單箭頭接點 17"/>
          <p:cNvCxnSpPr>
            <a:stCxn id="6" idx="0"/>
            <a:endCxn id="11" idx="2"/>
          </p:cNvCxnSpPr>
          <p:nvPr/>
        </p:nvCxnSpPr>
        <p:spPr>
          <a:xfrm rot="5400000" flipH="1" flipV="1">
            <a:off x="6116060" y="4497966"/>
            <a:ext cx="1502876" cy="967705"/>
          </a:xfrm>
          <a:prstGeom prst="curved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畫面</a:t>
            </a:r>
            <a:endParaRPr lang="zh-TW" altLang="en-US" dirty="0"/>
          </a:p>
        </p:txBody>
      </p:sp>
      <p:sp>
        <p:nvSpPr>
          <p:cNvPr id="3" name="內容版面配置區 2"/>
          <p:cNvSpPr>
            <a:spLocks noGrp="1"/>
          </p:cNvSpPr>
          <p:nvPr>
            <p:ph idx="1"/>
          </p:nvPr>
        </p:nvSpPr>
        <p:spPr/>
        <p:txBody>
          <a:bodyPr/>
          <a:lstStyle/>
          <a:p>
            <a:r>
              <a:rPr lang="zh-TW" altLang="en-US" dirty="0" smtClean="0"/>
              <a:t>旁白</a:t>
            </a:r>
            <a:endParaRPr lang="en-US" altLang="zh-TW" dirty="0" smtClean="0"/>
          </a:p>
          <a:p>
            <a:pPr lvl="1"/>
            <a:r>
              <a:rPr lang="zh-TW" altLang="en-US" dirty="0" smtClean="0"/>
              <a:t>在設計過程中</a:t>
            </a:r>
            <a:r>
              <a:rPr lang="en-US" altLang="zh-TW" dirty="0" smtClean="0"/>
              <a:t>, </a:t>
            </a:r>
            <a:r>
              <a:rPr lang="zh-TW" altLang="en-US" dirty="0" smtClean="0"/>
              <a:t>工程師會在</a:t>
            </a:r>
            <a:r>
              <a:rPr lang="en-US" altLang="zh-TW" dirty="0" smtClean="0"/>
              <a:t>PLM</a:t>
            </a:r>
            <a:r>
              <a:rPr lang="zh-TW" altLang="en-US" dirty="0" smtClean="0"/>
              <a:t>系統中申請料號</a:t>
            </a:r>
            <a:r>
              <a:rPr lang="en-US" altLang="zh-TW" dirty="0" smtClean="0"/>
              <a:t>,</a:t>
            </a:r>
            <a:r>
              <a:rPr lang="zh-TW" altLang="en-US" dirty="0" smtClean="0"/>
              <a:t> 製程工程師也會在</a:t>
            </a:r>
            <a:r>
              <a:rPr lang="en-US" altLang="zh-TW" dirty="0" smtClean="0"/>
              <a:t>PLM</a:t>
            </a:r>
            <a:r>
              <a:rPr lang="zh-TW" altLang="en-US" dirty="0" smtClean="0"/>
              <a:t>中維護零件相關的製造特性</a:t>
            </a:r>
            <a:r>
              <a:rPr lang="zh-TW" altLang="en-US" dirty="0" smtClean="0"/>
              <a:t>。</a:t>
            </a:r>
            <a:endParaRPr lang="en-US" altLang="zh-TW" dirty="0" smtClean="0"/>
          </a:p>
          <a:p>
            <a:r>
              <a:rPr lang="zh-TW" altLang="en-US" dirty="0" smtClean="0"/>
              <a:t>畫面</a:t>
            </a:r>
            <a:endParaRPr lang="en-US" altLang="zh-TW" dirty="0" smtClean="0"/>
          </a:p>
          <a:p>
            <a:pPr lvl="1"/>
            <a:r>
              <a:rPr lang="en-US" altLang="zh-TW" dirty="0" smtClean="0"/>
              <a:t>EBOM</a:t>
            </a:r>
          </a:p>
          <a:p>
            <a:pPr lvl="1"/>
            <a:r>
              <a:rPr lang="en-US" altLang="zh-TW" dirty="0" smtClean="0"/>
              <a:t>PDM</a:t>
            </a:r>
            <a:r>
              <a:rPr lang="zh-TW" altLang="en-US" dirty="0" smtClean="0"/>
              <a:t>畫面</a:t>
            </a:r>
            <a:endParaRPr lang="en-US" altLang="zh-TW" dirty="0" smtClean="0"/>
          </a:p>
          <a:p>
            <a:pPr lvl="2"/>
            <a:r>
              <a:rPr lang="en-US" altLang="zh-TW" dirty="0" smtClean="0"/>
              <a:t>PNRF</a:t>
            </a:r>
          </a:p>
          <a:p>
            <a:pPr lvl="2"/>
            <a:r>
              <a:rPr lang="en-US" altLang="zh-TW" dirty="0" smtClean="0"/>
              <a:t>Material Summary</a:t>
            </a:r>
            <a:endParaRPr lang="zh-TW" altLang="en-US" dirty="0"/>
          </a:p>
        </p:txBody>
      </p:sp>
      <p:sp>
        <p:nvSpPr>
          <p:cNvPr id="4" name="頁尾版面配置區 3"/>
          <p:cNvSpPr>
            <a:spLocks noGrp="1"/>
          </p:cNvSpPr>
          <p:nvPr>
            <p:ph type="ftr" sz="quarter" idx="11"/>
          </p:nvPr>
        </p:nvSpPr>
        <p:spPr/>
        <p:txBody>
          <a:bodyPr/>
          <a:lstStyle/>
          <a:p>
            <a:pPr>
              <a:defRPr/>
            </a:pPr>
            <a:r>
              <a:rPr lang="en-US" altLang="zh-TW" smtClean="0"/>
              <a:t>Inventec Confidential</a:t>
            </a:r>
            <a:endParaRPr lang="zh-TW" altLang="en-US" dirty="0"/>
          </a:p>
        </p:txBody>
      </p:sp>
      <p:sp>
        <p:nvSpPr>
          <p:cNvPr id="5" name="投影片編號版面配置區 4"/>
          <p:cNvSpPr>
            <a:spLocks noGrp="1"/>
          </p:cNvSpPr>
          <p:nvPr>
            <p:ph type="sldNum" sz="quarter" idx="12"/>
          </p:nvPr>
        </p:nvSpPr>
        <p:spPr/>
        <p:txBody>
          <a:bodyPr/>
          <a:lstStyle/>
          <a:p>
            <a:pPr>
              <a:defRPr/>
            </a:pPr>
            <a:fld id="{566B3443-88FF-483E-9A67-1965FD1BAB9A}" type="slidenum">
              <a:rPr lang="zh-TW" altLang="en-US" smtClean="0">
                <a:solidFill>
                  <a:prstClr val="black">
                    <a:tint val="75000"/>
                  </a:prstClr>
                </a:solidFill>
              </a:rPr>
              <a:pPr>
                <a:defRPr/>
              </a:pPr>
              <a:t>9</a:t>
            </a:fld>
            <a:endParaRPr lang="zh-TW" altLang="en-US" dirty="0">
              <a:solidFill>
                <a:prstClr val="black">
                  <a:tint val="75000"/>
                </a:prstClr>
              </a:solidFill>
            </a:endParaRPr>
          </a:p>
        </p:txBody>
      </p:sp>
      <p:sp>
        <p:nvSpPr>
          <p:cNvPr id="6" name="文字方塊 5"/>
          <p:cNvSpPr txBox="1"/>
          <p:nvPr/>
        </p:nvSpPr>
        <p:spPr>
          <a:xfrm>
            <a:off x="5148064" y="5085184"/>
            <a:ext cx="671979" cy="369332"/>
          </a:xfrm>
          <a:prstGeom prst="rect">
            <a:avLst/>
          </a:prstGeom>
          <a:noFill/>
        </p:spPr>
        <p:txBody>
          <a:bodyPr wrap="square" rtlCol="0">
            <a:spAutoFit/>
          </a:bodyPr>
          <a:lstStyle/>
          <a:p>
            <a:r>
              <a:rPr lang="en-US" altLang="zh-TW" dirty="0" smtClean="0"/>
              <a:t>CAD</a:t>
            </a:r>
            <a:endParaRPr lang="zh-TW" altLang="en-US" dirty="0"/>
          </a:p>
        </p:txBody>
      </p:sp>
      <p:sp>
        <p:nvSpPr>
          <p:cNvPr id="7" name="文字方塊 6"/>
          <p:cNvSpPr txBox="1"/>
          <p:nvPr/>
        </p:nvSpPr>
        <p:spPr>
          <a:xfrm>
            <a:off x="6300192" y="5517232"/>
            <a:ext cx="1120820" cy="369332"/>
          </a:xfrm>
          <a:prstGeom prst="rect">
            <a:avLst/>
          </a:prstGeom>
          <a:noFill/>
        </p:spPr>
        <p:txBody>
          <a:bodyPr wrap="none" rtlCol="0">
            <a:spAutoFit/>
          </a:bodyPr>
          <a:lstStyle/>
          <a:p>
            <a:r>
              <a:rPr lang="en-US" altLang="zh-TW" dirty="0" smtClean="0"/>
              <a:t>CAE</a:t>
            </a:r>
            <a:r>
              <a:rPr lang="zh-TW" altLang="en-US" dirty="0" smtClean="0"/>
              <a:t>分析</a:t>
            </a:r>
            <a:endParaRPr lang="zh-TW" altLang="en-US" dirty="0"/>
          </a:p>
        </p:txBody>
      </p:sp>
      <p:sp>
        <p:nvSpPr>
          <p:cNvPr id="8" name="文字方塊 7"/>
          <p:cNvSpPr txBox="1"/>
          <p:nvPr/>
        </p:nvSpPr>
        <p:spPr>
          <a:xfrm>
            <a:off x="4608512" y="3717032"/>
            <a:ext cx="1569660" cy="646331"/>
          </a:xfrm>
          <a:prstGeom prst="rect">
            <a:avLst/>
          </a:prstGeom>
          <a:noFill/>
        </p:spPr>
        <p:txBody>
          <a:bodyPr wrap="none" rtlCol="0">
            <a:spAutoFit/>
          </a:bodyPr>
          <a:lstStyle/>
          <a:p>
            <a:r>
              <a:rPr lang="zh-TW" altLang="en-US" dirty="0" smtClean="0"/>
              <a:t>組裝公差</a:t>
            </a:r>
            <a:r>
              <a:rPr lang="zh-TW" altLang="en-US" dirty="0" smtClean="0"/>
              <a:t>分析</a:t>
            </a:r>
            <a:endParaRPr lang="en-US" altLang="zh-TW" dirty="0" smtClean="0"/>
          </a:p>
          <a:p>
            <a:r>
              <a:rPr lang="zh-TW" altLang="en-US" dirty="0" smtClean="0"/>
              <a:t>組裝模擬</a:t>
            </a:r>
            <a:endParaRPr lang="zh-TW" altLang="en-US" dirty="0"/>
          </a:p>
        </p:txBody>
      </p:sp>
      <p:sp>
        <p:nvSpPr>
          <p:cNvPr id="9" name="文字方塊 8"/>
          <p:cNvSpPr txBox="1"/>
          <p:nvPr/>
        </p:nvSpPr>
        <p:spPr>
          <a:xfrm>
            <a:off x="6444208" y="4365104"/>
            <a:ext cx="864339" cy="369332"/>
          </a:xfrm>
          <a:prstGeom prst="rect">
            <a:avLst/>
          </a:prstGeom>
          <a:noFill/>
        </p:spPr>
        <p:txBody>
          <a:bodyPr wrap="none" rtlCol="0">
            <a:spAutoFit/>
          </a:bodyPr>
          <a:lstStyle/>
          <a:p>
            <a:r>
              <a:rPr lang="en-US" altLang="zh-TW" dirty="0" smtClean="0">
                <a:solidFill>
                  <a:schemeClr val="accent1">
                    <a:lumMod val="75000"/>
                  </a:schemeClr>
                </a:solidFill>
              </a:rPr>
              <a:t>EBOM</a:t>
            </a:r>
            <a:endParaRPr lang="zh-TW" altLang="en-US" dirty="0">
              <a:solidFill>
                <a:schemeClr val="accent1">
                  <a:lumMod val="75000"/>
                </a:schemeClr>
              </a:solidFill>
            </a:endParaRPr>
          </a:p>
        </p:txBody>
      </p:sp>
      <p:cxnSp>
        <p:nvCxnSpPr>
          <p:cNvPr id="12" name="直線單箭頭接點 15"/>
          <p:cNvCxnSpPr>
            <a:stCxn id="6" idx="2"/>
            <a:endCxn id="7" idx="1"/>
          </p:cNvCxnSpPr>
          <p:nvPr/>
        </p:nvCxnSpPr>
        <p:spPr>
          <a:xfrm rot="16200000" flipH="1">
            <a:off x="5768432" y="5170138"/>
            <a:ext cx="247382" cy="816138"/>
          </a:xfrm>
          <a:prstGeom prst="curvedConnector2">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17"/>
          <p:cNvCxnSpPr>
            <a:stCxn id="6" idx="3"/>
            <a:endCxn id="9" idx="1"/>
          </p:cNvCxnSpPr>
          <p:nvPr/>
        </p:nvCxnSpPr>
        <p:spPr>
          <a:xfrm flipV="1">
            <a:off x="5820043" y="4549770"/>
            <a:ext cx="624165" cy="720080"/>
          </a:xfrm>
          <a:prstGeom prst="curvedConnector3">
            <a:avLst>
              <a:gd name="adj1" fmla="val 50000"/>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14" name="直線單箭頭接點 19"/>
          <p:cNvCxnSpPr>
            <a:stCxn id="6" idx="1"/>
            <a:endCxn id="8" idx="2"/>
          </p:cNvCxnSpPr>
          <p:nvPr/>
        </p:nvCxnSpPr>
        <p:spPr>
          <a:xfrm rot="10800000" flipH="1">
            <a:off x="5148064" y="4363364"/>
            <a:ext cx="245278" cy="906487"/>
          </a:xfrm>
          <a:prstGeom prst="curvedConnector4">
            <a:avLst>
              <a:gd name="adj1" fmla="val -93200"/>
              <a:gd name="adj2" fmla="val 60186"/>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7" name="文字方塊 16"/>
          <p:cNvSpPr txBox="1"/>
          <p:nvPr/>
        </p:nvSpPr>
        <p:spPr>
          <a:xfrm>
            <a:off x="5436096" y="3212976"/>
            <a:ext cx="2031325" cy="369332"/>
          </a:xfrm>
          <a:prstGeom prst="rect">
            <a:avLst/>
          </a:prstGeom>
          <a:noFill/>
        </p:spPr>
        <p:txBody>
          <a:bodyPr wrap="none" rtlCol="0">
            <a:spAutoFit/>
          </a:bodyPr>
          <a:lstStyle/>
          <a:p>
            <a:r>
              <a:rPr lang="zh-TW" altLang="en-US" dirty="0" smtClean="0"/>
              <a:t>機構件詢報價系統</a:t>
            </a:r>
            <a:endParaRPr lang="zh-TW" altLang="en-US" dirty="0"/>
          </a:p>
        </p:txBody>
      </p:sp>
      <p:cxnSp>
        <p:nvCxnSpPr>
          <p:cNvPr id="19" name="直線單箭頭接點 17"/>
          <p:cNvCxnSpPr>
            <a:stCxn id="6" idx="0"/>
            <a:endCxn id="17" idx="2"/>
          </p:cNvCxnSpPr>
          <p:nvPr/>
        </p:nvCxnSpPr>
        <p:spPr>
          <a:xfrm rot="5400000" flipH="1" flipV="1">
            <a:off x="5216468" y="3849894"/>
            <a:ext cx="1502876" cy="967705"/>
          </a:xfrm>
          <a:prstGeom prst="curved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畫面</a:t>
            </a:r>
            <a:endParaRPr lang="zh-TW" altLang="en-US" dirty="0"/>
          </a:p>
        </p:txBody>
      </p:sp>
      <p:sp>
        <p:nvSpPr>
          <p:cNvPr id="3" name="內容版面配置區 2"/>
          <p:cNvSpPr>
            <a:spLocks noGrp="1"/>
          </p:cNvSpPr>
          <p:nvPr>
            <p:ph idx="1"/>
          </p:nvPr>
        </p:nvSpPr>
        <p:spPr/>
        <p:txBody>
          <a:bodyPr/>
          <a:lstStyle/>
          <a:p>
            <a:r>
              <a:rPr lang="zh-TW" altLang="en-US" dirty="0" smtClean="0"/>
              <a:t>旁白</a:t>
            </a:r>
            <a:endParaRPr lang="en-US" altLang="zh-TW" dirty="0" smtClean="0"/>
          </a:p>
          <a:p>
            <a:pPr lvl="1"/>
            <a:r>
              <a:rPr lang="zh-TW" altLang="en-US" dirty="0" smtClean="0"/>
              <a:t>在設計告一段落</a:t>
            </a:r>
            <a:r>
              <a:rPr lang="en-US" altLang="zh-TW" dirty="0" smtClean="0"/>
              <a:t>, </a:t>
            </a:r>
            <a:r>
              <a:rPr lang="zh-TW" altLang="en-US" dirty="0" smtClean="0"/>
              <a:t> 便會在</a:t>
            </a:r>
            <a:r>
              <a:rPr lang="en-US" altLang="zh-TW" dirty="0" smtClean="0"/>
              <a:t>PLM</a:t>
            </a:r>
            <a:r>
              <a:rPr lang="zh-TW" altLang="en-US" dirty="0" smtClean="0"/>
              <a:t>系統中申請料號</a:t>
            </a:r>
            <a:r>
              <a:rPr lang="en-US" altLang="zh-TW" dirty="0" smtClean="0"/>
              <a:t>, </a:t>
            </a:r>
            <a:r>
              <a:rPr lang="zh-TW" altLang="en-US" dirty="0" smtClean="0"/>
              <a:t>將</a:t>
            </a:r>
            <a:r>
              <a:rPr lang="en-US" altLang="zh-TW" dirty="0" smtClean="0"/>
              <a:t>CAD</a:t>
            </a:r>
            <a:r>
              <a:rPr lang="zh-TW" altLang="en-US" dirty="0" smtClean="0"/>
              <a:t>圖面及</a:t>
            </a:r>
            <a:r>
              <a:rPr lang="en-US" altLang="zh-TW" dirty="0" smtClean="0"/>
              <a:t>BOM</a:t>
            </a:r>
            <a:r>
              <a:rPr lang="zh-TW" altLang="en-US" dirty="0" smtClean="0"/>
              <a:t>匯入</a:t>
            </a:r>
            <a:r>
              <a:rPr lang="en-US" altLang="zh-TW" dirty="0" smtClean="0"/>
              <a:t>PLM</a:t>
            </a:r>
            <a:r>
              <a:rPr lang="zh-TW" altLang="en-US" dirty="0" smtClean="0"/>
              <a:t>系統</a:t>
            </a:r>
            <a:r>
              <a:rPr lang="en-US" altLang="zh-TW" dirty="0" smtClean="0"/>
              <a:t>, </a:t>
            </a:r>
            <a:r>
              <a:rPr lang="zh-TW" altLang="en-US" dirty="0" smtClean="0"/>
              <a:t>建立</a:t>
            </a:r>
            <a:r>
              <a:rPr lang="en-US" altLang="zh-TW" dirty="0" smtClean="0"/>
              <a:t>EBOM,</a:t>
            </a:r>
            <a:r>
              <a:rPr lang="zh-TW" altLang="en-US" dirty="0" smtClean="0"/>
              <a:t> 再根據製造需求修改成</a:t>
            </a:r>
            <a:r>
              <a:rPr lang="en-US" altLang="zh-TW" dirty="0" smtClean="0"/>
              <a:t>MBOM.</a:t>
            </a:r>
            <a:endParaRPr lang="en-US" altLang="zh-TW" dirty="0" smtClean="0"/>
          </a:p>
          <a:p>
            <a:r>
              <a:rPr lang="zh-TW" altLang="en-US" dirty="0" smtClean="0"/>
              <a:t>畫面</a:t>
            </a:r>
            <a:endParaRPr lang="en-US" altLang="zh-TW" dirty="0" smtClean="0"/>
          </a:p>
          <a:p>
            <a:pPr lvl="1"/>
            <a:r>
              <a:rPr lang="en-US" altLang="zh-TW" dirty="0" err="1" smtClean="0"/>
              <a:t>AutoBOM</a:t>
            </a:r>
            <a:endParaRPr lang="en-US" altLang="zh-TW" dirty="0" smtClean="0"/>
          </a:p>
          <a:p>
            <a:pPr lvl="1"/>
            <a:r>
              <a:rPr lang="en-US" altLang="zh-TW" dirty="0" smtClean="0"/>
              <a:t>Corporate/Plant View</a:t>
            </a:r>
          </a:p>
          <a:p>
            <a:pPr lvl="1"/>
            <a:r>
              <a:rPr lang="en-US" altLang="zh-TW" dirty="0" smtClean="0"/>
              <a:t>1395/1310</a:t>
            </a:r>
          </a:p>
          <a:p>
            <a:pPr lvl="1"/>
            <a:endParaRPr lang="zh-TW" altLang="en-US" dirty="0"/>
          </a:p>
        </p:txBody>
      </p:sp>
      <p:sp>
        <p:nvSpPr>
          <p:cNvPr id="4" name="頁尾版面配置區 3"/>
          <p:cNvSpPr>
            <a:spLocks noGrp="1"/>
          </p:cNvSpPr>
          <p:nvPr>
            <p:ph type="ftr" sz="quarter" idx="11"/>
          </p:nvPr>
        </p:nvSpPr>
        <p:spPr/>
        <p:txBody>
          <a:bodyPr/>
          <a:lstStyle/>
          <a:p>
            <a:pPr>
              <a:defRPr/>
            </a:pPr>
            <a:r>
              <a:rPr lang="en-US" altLang="zh-TW" smtClean="0"/>
              <a:t>Inventec Confidential</a:t>
            </a:r>
            <a:endParaRPr lang="zh-TW" altLang="en-US" dirty="0"/>
          </a:p>
        </p:txBody>
      </p:sp>
      <p:sp>
        <p:nvSpPr>
          <p:cNvPr id="5" name="投影片編號版面配置區 4"/>
          <p:cNvSpPr>
            <a:spLocks noGrp="1"/>
          </p:cNvSpPr>
          <p:nvPr>
            <p:ph type="sldNum" sz="quarter" idx="12"/>
          </p:nvPr>
        </p:nvSpPr>
        <p:spPr/>
        <p:txBody>
          <a:bodyPr/>
          <a:lstStyle/>
          <a:p>
            <a:pPr>
              <a:defRPr/>
            </a:pPr>
            <a:fld id="{566B3443-88FF-483E-9A67-1965FD1BAB9A}" type="slidenum">
              <a:rPr lang="zh-TW" altLang="en-US" smtClean="0">
                <a:solidFill>
                  <a:prstClr val="black">
                    <a:tint val="75000"/>
                  </a:prstClr>
                </a:solidFill>
              </a:rPr>
              <a:pPr>
                <a:defRPr/>
              </a:pPr>
              <a:t>10</a:t>
            </a:fld>
            <a:endParaRPr lang="zh-TW" altLang="en-US" dirty="0">
              <a:solidFill>
                <a:prstClr val="black">
                  <a:tint val="75000"/>
                </a:prstClr>
              </a:solidFill>
            </a:endParaRPr>
          </a:p>
        </p:txBody>
      </p:sp>
      <p:sp>
        <p:nvSpPr>
          <p:cNvPr id="6" name="文字方塊 5"/>
          <p:cNvSpPr txBox="1"/>
          <p:nvPr/>
        </p:nvSpPr>
        <p:spPr>
          <a:xfrm>
            <a:off x="5471592" y="5301208"/>
            <a:ext cx="671979" cy="369332"/>
          </a:xfrm>
          <a:prstGeom prst="rect">
            <a:avLst/>
          </a:prstGeom>
          <a:noFill/>
        </p:spPr>
        <p:txBody>
          <a:bodyPr wrap="square" rtlCol="0">
            <a:spAutoFit/>
          </a:bodyPr>
          <a:lstStyle/>
          <a:p>
            <a:r>
              <a:rPr lang="en-US" altLang="zh-TW" dirty="0" smtClean="0"/>
              <a:t>CAD</a:t>
            </a:r>
            <a:endParaRPr lang="zh-TW" altLang="en-US" dirty="0"/>
          </a:p>
        </p:txBody>
      </p:sp>
      <p:sp>
        <p:nvSpPr>
          <p:cNvPr id="7" name="文字方塊 6"/>
          <p:cNvSpPr txBox="1"/>
          <p:nvPr/>
        </p:nvSpPr>
        <p:spPr>
          <a:xfrm>
            <a:off x="6623720" y="5733256"/>
            <a:ext cx="1120820" cy="369332"/>
          </a:xfrm>
          <a:prstGeom prst="rect">
            <a:avLst/>
          </a:prstGeom>
          <a:noFill/>
        </p:spPr>
        <p:txBody>
          <a:bodyPr wrap="none" rtlCol="0">
            <a:spAutoFit/>
          </a:bodyPr>
          <a:lstStyle/>
          <a:p>
            <a:r>
              <a:rPr lang="en-US" altLang="zh-TW" dirty="0" smtClean="0"/>
              <a:t>CAE</a:t>
            </a:r>
            <a:r>
              <a:rPr lang="zh-TW" altLang="en-US" dirty="0" smtClean="0"/>
              <a:t>分析</a:t>
            </a:r>
            <a:endParaRPr lang="zh-TW" altLang="en-US" dirty="0"/>
          </a:p>
        </p:txBody>
      </p:sp>
      <p:sp>
        <p:nvSpPr>
          <p:cNvPr id="8" name="文字方塊 7"/>
          <p:cNvSpPr txBox="1"/>
          <p:nvPr/>
        </p:nvSpPr>
        <p:spPr>
          <a:xfrm>
            <a:off x="4932040" y="3933056"/>
            <a:ext cx="1569660" cy="646331"/>
          </a:xfrm>
          <a:prstGeom prst="rect">
            <a:avLst/>
          </a:prstGeom>
          <a:noFill/>
        </p:spPr>
        <p:txBody>
          <a:bodyPr wrap="none" rtlCol="0">
            <a:spAutoFit/>
          </a:bodyPr>
          <a:lstStyle/>
          <a:p>
            <a:r>
              <a:rPr lang="zh-TW" altLang="en-US" dirty="0" smtClean="0"/>
              <a:t>組裝公差</a:t>
            </a:r>
            <a:r>
              <a:rPr lang="zh-TW" altLang="en-US" dirty="0" smtClean="0"/>
              <a:t>分析</a:t>
            </a:r>
            <a:endParaRPr lang="en-US" altLang="zh-TW" dirty="0" smtClean="0"/>
          </a:p>
          <a:p>
            <a:r>
              <a:rPr lang="zh-TW" altLang="en-US" dirty="0" smtClean="0"/>
              <a:t>組裝模擬</a:t>
            </a:r>
            <a:endParaRPr lang="zh-TW" altLang="en-US" dirty="0"/>
          </a:p>
        </p:txBody>
      </p:sp>
      <p:sp>
        <p:nvSpPr>
          <p:cNvPr id="9" name="文字方塊 8"/>
          <p:cNvSpPr txBox="1"/>
          <p:nvPr/>
        </p:nvSpPr>
        <p:spPr>
          <a:xfrm>
            <a:off x="6767736" y="4581128"/>
            <a:ext cx="864339" cy="369332"/>
          </a:xfrm>
          <a:prstGeom prst="rect">
            <a:avLst/>
          </a:prstGeom>
          <a:noFill/>
        </p:spPr>
        <p:txBody>
          <a:bodyPr wrap="none" rtlCol="0">
            <a:spAutoFit/>
          </a:bodyPr>
          <a:lstStyle/>
          <a:p>
            <a:r>
              <a:rPr lang="en-US" altLang="zh-TW" dirty="0" smtClean="0">
                <a:solidFill>
                  <a:schemeClr val="accent1"/>
                </a:solidFill>
              </a:rPr>
              <a:t>EBOM</a:t>
            </a:r>
            <a:endParaRPr lang="zh-TW" altLang="en-US" dirty="0">
              <a:solidFill>
                <a:schemeClr val="accent1"/>
              </a:solidFill>
            </a:endParaRPr>
          </a:p>
        </p:txBody>
      </p:sp>
      <p:cxnSp>
        <p:nvCxnSpPr>
          <p:cNvPr id="11" name="直線單箭頭接點 15"/>
          <p:cNvCxnSpPr>
            <a:stCxn id="6" idx="2"/>
            <a:endCxn id="7" idx="1"/>
          </p:cNvCxnSpPr>
          <p:nvPr/>
        </p:nvCxnSpPr>
        <p:spPr>
          <a:xfrm rot="16200000" flipH="1">
            <a:off x="6091960" y="5386162"/>
            <a:ext cx="247382" cy="816138"/>
          </a:xfrm>
          <a:prstGeom prst="curvedConnector2">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12" name="直線單箭頭接點 17"/>
          <p:cNvCxnSpPr>
            <a:stCxn id="6" idx="3"/>
            <a:endCxn id="9" idx="1"/>
          </p:cNvCxnSpPr>
          <p:nvPr/>
        </p:nvCxnSpPr>
        <p:spPr>
          <a:xfrm flipV="1">
            <a:off x="6143571" y="4765794"/>
            <a:ext cx="624165" cy="720080"/>
          </a:xfrm>
          <a:prstGeom prst="curvedConnector3">
            <a:avLst>
              <a:gd name="adj1" fmla="val 50000"/>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19"/>
          <p:cNvCxnSpPr>
            <a:stCxn id="6" idx="1"/>
            <a:endCxn id="8" idx="2"/>
          </p:cNvCxnSpPr>
          <p:nvPr/>
        </p:nvCxnSpPr>
        <p:spPr>
          <a:xfrm rot="10800000" flipH="1">
            <a:off x="5471592" y="4579388"/>
            <a:ext cx="245278" cy="906487"/>
          </a:xfrm>
          <a:prstGeom prst="curvedConnector4">
            <a:avLst>
              <a:gd name="adj1" fmla="val -93200"/>
              <a:gd name="adj2" fmla="val 60186"/>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6" name="文字方塊 15"/>
          <p:cNvSpPr txBox="1"/>
          <p:nvPr/>
        </p:nvSpPr>
        <p:spPr>
          <a:xfrm>
            <a:off x="5759624" y="3429000"/>
            <a:ext cx="2031325" cy="369332"/>
          </a:xfrm>
          <a:prstGeom prst="rect">
            <a:avLst/>
          </a:prstGeom>
          <a:noFill/>
        </p:spPr>
        <p:txBody>
          <a:bodyPr wrap="none" rtlCol="0">
            <a:spAutoFit/>
          </a:bodyPr>
          <a:lstStyle/>
          <a:p>
            <a:r>
              <a:rPr lang="zh-TW" altLang="en-US" dirty="0" smtClean="0"/>
              <a:t>機構件詢報價系統</a:t>
            </a:r>
            <a:endParaRPr lang="zh-TW" altLang="en-US" dirty="0"/>
          </a:p>
        </p:txBody>
      </p:sp>
      <p:cxnSp>
        <p:nvCxnSpPr>
          <p:cNvPr id="17" name="直線單箭頭接點 19"/>
          <p:cNvCxnSpPr>
            <a:endCxn id="9" idx="0"/>
          </p:cNvCxnSpPr>
          <p:nvPr/>
        </p:nvCxnSpPr>
        <p:spPr>
          <a:xfrm rot="5400000">
            <a:off x="6875809" y="4185145"/>
            <a:ext cx="720080" cy="71886"/>
          </a:xfrm>
          <a:prstGeom prst="curvedConnector3">
            <a:avLst>
              <a:gd name="adj1" fmla="val 50000"/>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a:stCxn id="6" idx="0"/>
            <a:endCxn id="16" idx="2"/>
          </p:cNvCxnSpPr>
          <p:nvPr/>
        </p:nvCxnSpPr>
        <p:spPr>
          <a:xfrm rot="5400000" flipH="1" flipV="1">
            <a:off x="5539996" y="4065918"/>
            <a:ext cx="1502876" cy="967705"/>
          </a:xfrm>
          <a:prstGeom prst="curved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畫面</a:t>
            </a:r>
            <a:endParaRPr lang="zh-TW" altLang="en-US" dirty="0"/>
          </a:p>
        </p:txBody>
      </p:sp>
      <p:sp>
        <p:nvSpPr>
          <p:cNvPr id="3" name="內容版面配置區 2"/>
          <p:cNvSpPr>
            <a:spLocks noGrp="1"/>
          </p:cNvSpPr>
          <p:nvPr>
            <p:ph idx="1"/>
          </p:nvPr>
        </p:nvSpPr>
        <p:spPr/>
        <p:txBody>
          <a:bodyPr/>
          <a:lstStyle/>
          <a:p>
            <a:r>
              <a:rPr lang="zh-TW" altLang="en-US" dirty="0" smtClean="0"/>
              <a:t>旁白</a:t>
            </a:r>
            <a:endParaRPr lang="en-US" altLang="zh-TW" dirty="0" smtClean="0"/>
          </a:p>
          <a:p>
            <a:pPr lvl="1"/>
            <a:r>
              <a:rPr lang="zh-TW" altLang="en-US" dirty="0" smtClean="0"/>
              <a:t>此外在線路圖</a:t>
            </a:r>
            <a:r>
              <a:rPr lang="en-US" altLang="zh-TW" dirty="0" smtClean="0"/>
              <a:t>Layout</a:t>
            </a:r>
            <a:r>
              <a:rPr lang="zh-TW" altLang="en-US" dirty="0" smtClean="0"/>
              <a:t>完成後</a:t>
            </a:r>
            <a:r>
              <a:rPr lang="en-US" altLang="zh-TW" dirty="0" smtClean="0"/>
              <a:t>, </a:t>
            </a:r>
            <a:r>
              <a:rPr lang="zh-TW" altLang="en-US" dirty="0" smtClean="0"/>
              <a:t>也會由透過系統協助產生</a:t>
            </a:r>
            <a:r>
              <a:rPr lang="en-US" altLang="zh-TW" dirty="0" smtClean="0"/>
              <a:t>SMT</a:t>
            </a:r>
            <a:r>
              <a:rPr lang="zh-TW" altLang="en-US" dirty="0" smtClean="0"/>
              <a:t>置件程式</a:t>
            </a:r>
            <a:r>
              <a:rPr lang="en-US" altLang="zh-TW" dirty="0" smtClean="0"/>
              <a:t>, </a:t>
            </a:r>
            <a:r>
              <a:rPr lang="zh-TW" altLang="en-US" dirty="0" smtClean="0"/>
              <a:t>並進行模擬</a:t>
            </a:r>
            <a:r>
              <a:rPr lang="en-US" altLang="zh-TW" dirty="0" smtClean="0"/>
              <a:t>. </a:t>
            </a:r>
            <a:r>
              <a:rPr lang="zh-TW" altLang="en-US" dirty="0" smtClean="0"/>
              <a:t>加速產線試產換線速度</a:t>
            </a:r>
            <a:r>
              <a:rPr lang="zh-TW" altLang="en-US" dirty="0" smtClean="0"/>
              <a:t>。</a:t>
            </a:r>
            <a:endParaRPr lang="en-US" altLang="zh-TW" dirty="0" smtClean="0"/>
          </a:p>
          <a:p>
            <a:r>
              <a:rPr lang="zh-TW" altLang="en-US" dirty="0" smtClean="0"/>
              <a:t>畫面</a:t>
            </a:r>
            <a:endParaRPr lang="en-US" altLang="zh-TW" dirty="0" smtClean="0"/>
          </a:p>
          <a:p>
            <a:pPr lvl="1"/>
            <a:r>
              <a:rPr lang="en-US" altLang="zh-TW" dirty="0" smtClean="0"/>
              <a:t>CAD-&gt;CAM</a:t>
            </a:r>
          </a:p>
          <a:p>
            <a:pPr lvl="1"/>
            <a:r>
              <a:rPr lang="en-US" altLang="zh-TW" dirty="0" smtClean="0"/>
              <a:t>Valor</a:t>
            </a:r>
            <a:r>
              <a:rPr lang="zh-TW" altLang="en-US" dirty="0" smtClean="0"/>
              <a:t>畫面</a:t>
            </a:r>
            <a:endParaRPr lang="en-US" altLang="zh-TW" dirty="0" smtClean="0"/>
          </a:p>
          <a:p>
            <a:pPr lvl="1"/>
            <a:endParaRPr lang="zh-TW" altLang="en-US" dirty="0"/>
          </a:p>
        </p:txBody>
      </p:sp>
      <p:sp>
        <p:nvSpPr>
          <p:cNvPr id="4" name="頁尾版面配置區 3"/>
          <p:cNvSpPr>
            <a:spLocks noGrp="1"/>
          </p:cNvSpPr>
          <p:nvPr>
            <p:ph type="ftr" sz="quarter" idx="11"/>
          </p:nvPr>
        </p:nvSpPr>
        <p:spPr/>
        <p:txBody>
          <a:bodyPr/>
          <a:lstStyle/>
          <a:p>
            <a:pPr>
              <a:defRPr/>
            </a:pPr>
            <a:r>
              <a:rPr lang="en-US" altLang="zh-TW" smtClean="0"/>
              <a:t>Inventec Confidential</a:t>
            </a:r>
            <a:endParaRPr lang="zh-TW" altLang="en-US" dirty="0"/>
          </a:p>
        </p:txBody>
      </p:sp>
      <p:sp>
        <p:nvSpPr>
          <p:cNvPr id="5" name="投影片編號版面配置區 4"/>
          <p:cNvSpPr>
            <a:spLocks noGrp="1"/>
          </p:cNvSpPr>
          <p:nvPr>
            <p:ph type="sldNum" sz="quarter" idx="12"/>
          </p:nvPr>
        </p:nvSpPr>
        <p:spPr/>
        <p:txBody>
          <a:bodyPr/>
          <a:lstStyle/>
          <a:p>
            <a:pPr>
              <a:defRPr/>
            </a:pPr>
            <a:fld id="{566B3443-88FF-483E-9A67-1965FD1BAB9A}" type="slidenum">
              <a:rPr lang="zh-TW" altLang="en-US" smtClean="0">
                <a:solidFill>
                  <a:prstClr val="black">
                    <a:tint val="75000"/>
                  </a:prstClr>
                </a:solidFill>
              </a:rPr>
              <a:pPr>
                <a:defRPr/>
              </a:pPr>
              <a:t>11</a:t>
            </a:fld>
            <a:endParaRPr lang="zh-TW" altLang="en-US" dirty="0">
              <a:solidFill>
                <a:prstClr val="black">
                  <a:tint val="75000"/>
                </a:prstClr>
              </a:solidFill>
            </a:endParaRPr>
          </a:p>
        </p:txBody>
      </p:sp>
      <p:sp>
        <p:nvSpPr>
          <p:cNvPr id="6" name="文字方塊 5"/>
          <p:cNvSpPr txBox="1"/>
          <p:nvPr/>
        </p:nvSpPr>
        <p:spPr>
          <a:xfrm>
            <a:off x="4499992" y="5013176"/>
            <a:ext cx="671979" cy="369332"/>
          </a:xfrm>
          <a:prstGeom prst="rect">
            <a:avLst/>
          </a:prstGeom>
          <a:noFill/>
        </p:spPr>
        <p:txBody>
          <a:bodyPr wrap="square" rtlCol="0">
            <a:spAutoFit/>
          </a:bodyPr>
          <a:lstStyle/>
          <a:p>
            <a:r>
              <a:rPr lang="en-US" altLang="zh-TW" dirty="0" smtClean="0"/>
              <a:t>CAD</a:t>
            </a:r>
            <a:endParaRPr lang="zh-TW" altLang="en-US" dirty="0"/>
          </a:p>
        </p:txBody>
      </p:sp>
      <p:sp>
        <p:nvSpPr>
          <p:cNvPr id="7" name="文字方塊 6"/>
          <p:cNvSpPr txBox="1"/>
          <p:nvPr/>
        </p:nvSpPr>
        <p:spPr>
          <a:xfrm>
            <a:off x="5652120" y="5445224"/>
            <a:ext cx="1120820" cy="369332"/>
          </a:xfrm>
          <a:prstGeom prst="rect">
            <a:avLst/>
          </a:prstGeom>
          <a:noFill/>
        </p:spPr>
        <p:txBody>
          <a:bodyPr wrap="none" rtlCol="0">
            <a:spAutoFit/>
          </a:bodyPr>
          <a:lstStyle/>
          <a:p>
            <a:r>
              <a:rPr lang="en-US" altLang="zh-TW" dirty="0" smtClean="0"/>
              <a:t>CAE</a:t>
            </a:r>
            <a:r>
              <a:rPr lang="zh-TW" altLang="en-US" dirty="0" smtClean="0"/>
              <a:t>分析</a:t>
            </a:r>
            <a:endParaRPr lang="zh-TW" altLang="en-US" dirty="0"/>
          </a:p>
        </p:txBody>
      </p:sp>
      <p:sp>
        <p:nvSpPr>
          <p:cNvPr id="8" name="文字方塊 7"/>
          <p:cNvSpPr txBox="1"/>
          <p:nvPr/>
        </p:nvSpPr>
        <p:spPr>
          <a:xfrm>
            <a:off x="3960440" y="3645024"/>
            <a:ext cx="1569660" cy="646331"/>
          </a:xfrm>
          <a:prstGeom prst="rect">
            <a:avLst/>
          </a:prstGeom>
          <a:noFill/>
        </p:spPr>
        <p:txBody>
          <a:bodyPr wrap="none" rtlCol="0">
            <a:spAutoFit/>
          </a:bodyPr>
          <a:lstStyle/>
          <a:p>
            <a:r>
              <a:rPr lang="zh-TW" altLang="en-US" dirty="0" smtClean="0"/>
              <a:t>組裝公差</a:t>
            </a:r>
            <a:r>
              <a:rPr lang="zh-TW" altLang="en-US" dirty="0" smtClean="0"/>
              <a:t>分析</a:t>
            </a:r>
            <a:endParaRPr lang="en-US" altLang="zh-TW" dirty="0" smtClean="0"/>
          </a:p>
          <a:p>
            <a:r>
              <a:rPr lang="zh-TW" altLang="en-US" dirty="0" smtClean="0"/>
              <a:t>組裝模擬</a:t>
            </a:r>
            <a:endParaRPr lang="zh-TW" altLang="en-US" dirty="0"/>
          </a:p>
        </p:txBody>
      </p:sp>
      <p:sp>
        <p:nvSpPr>
          <p:cNvPr id="9" name="文字方塊 8"/>
          <p:cNvSpPr txBox="1"/>
          <p:nvPr/>
        </p:nvSpPr>
        <p:spPr>
          <a:xfrm>
            <a:off x="5796136" y="4293096"/>
            <a:ext cx="864339" cy="369332"/>
          </a:xfrm>
          <a:prstGeom prst="rect">
            <a:avLst/>
          </a:prstGeom>
          <a:noFill/>
        </p:spPr>
        <p:txBody>
          <a:bodyPr wrap="none" rtlCol="0">
            <a:spAutoFit/>
          </a:bodyPr>
          <a:lstStyle/>
          <a:p>
            <a:r>
              <a:rPr lang="en-US" altLang="zh-TW" dirty="0" smtClean="0"/>
              <a:t>EBOM</a:t>
            </a:r>
            <a:endParaRPr lang="zh-TW" altLang="en-US" dirty="0"/>
          </a:p>
        </p:txBody>
      </p:sp>
      <p:sp>
        <p:nvSpPr>
          <p:cNvPr id="11" name="文字方塊 10"/>
          <p:cNvSpPr txBox="1"/>
          <p:nvPr/>
        </p:nvSpPr>
        <p:spPr>
          <a:xfrm>
            <a:off x="6804248" y="5157192"/>
            <a:ext cx="697627" cy="369332"/>
          </a:xfrm>
          <a:prstGeom prst="rect">
            <a:avLst/>
          </a:prstGeom>
          <a:noFill/>
        </p:spPr>
        <p:txBody>
          <a:bodyPr wrap="none" rtlCol="0">
            <a:spAutoFit/>
          </a:bodyPr>
          <a:lstStyle/>
          <a:p>
            <a:r>
              <a:rPr lang="en-US" altLang="zh-TW" dirty="0" smtClean="0">
                <a:solidFill>
                  <a:schemeClr val="accent1">
                    <a:lumMod val="75000"/>
                  </a:schemeClr>
                </a:solidFill>
              </a:rPr>
              <a:t>CAM</a:t>
            </a:r>
            <a:endParaRPr lang="zh-TW" altLang="en-US" dirty="0">
              <a:solidFill>
                <a:schemeClr val="accent1">
                  <a:lumMod val="75000"/>
                </a:schemeClr>
              </a:solidFill>
            </a:endParaRPr>
          </a:p>
        </p:txBody>
      </p:sp>
      <p:cxnSp>
        <p:nvCxnSpPr>
          <p:cNvPr id="12" name="直線單箭頭接點 15"/>
          <p:cNvCxnSpPr>
            <a:stCxn id="6" idx="2"/>
            <a:endCxn id="7" idx="1"/>
          </p:cNvCxnSpPr>
          <p:nvPr/>
        </p:nvCxnSpPr>
        <p:spPr>
          <a:xfrm rot="16200000" flipH="1">
            <a:off x="5120360" y="5098130"/>
            <a:ext cx="247382" cy="816138"/>
          </a:xfrm>
          <a:prstGeom prst="curvedConnector2">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17"/>
          <p:cNvCxnSpPr>
            <a:stCxn id="6" idx="3"/>
            <a:endCxn id="9" idx="1"/>
          </p:cNvCxnSpPr>
          <p:nvPr/>
        </p:nvCxnSpPr>
        <p:spPr>
          <a:xfrm flipV="1">
            <a:off x="5171971" y="4477762"/>
            <a:ext cx="624165" cy="720080"/>
          </a:xfrm>
          <a:prstGeom prst="curvedConnector3">
            <a:avLst>
              <a:gd name="adj1" fmla="val 50000"/>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14" name="直線單箭頭接點 19"/>
          <p:cNvCxnSpPr>
            <a:stCxn id="6" idx="1"/>
            <a:endCxn id="8" idx="2"/>
          </p:cNvCxnSpPr>
          <p:nvPr/>
        </p:nvCxnSpPr>
        <p:spPr>
          <a:xfrm rot="10800000" flipH="1">
            <a:off x="4499992" y="4291356"/>
            <a:ext cx="245278" cy="906487"/>
          </a:xfrm>
          <a:prstGeom prst="curvedConnector4">
            <a:avLst>
              <a:gd name="adj1" fmla="val -93200"/>
              <a:gd name="adj2" fmla="val 60186"/>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直線單箭頭接點 23"/>
          <p:cNvCxnSpPr>
            <a:stCxn id="6" idx="3"/>
            <a:endCxn id="11" idx="0"/>
          </p:cNvCxnSpPr>
          <p:nvPr/>
        </p:nvCxnSpPr>
        <p:spPr>
          <a:xfrm flipV="1">
            <a:off x="5171971" y="5157192"/>
            <a:ext cx="1981091" cy="40650"/>
          </a:xfrm>
          <a:prstGeom prst="curvedConnector4">
            <a:avLst>
              <a:gd name="adj1" fmla="val 41196"/>
              <a:gd name="adj2" fmla="val 1016645"/>
            </a:avLst>
          </a:prstGeom>
          <a:ln>
            <a:solidFill>
              <a:srgbClr val="FF0000"/>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17" name="文字方塊 16"/>
          <p:cNvSpPr txBox="1"/>
          <p:nvPr/>
        </p:nvSpPr>
        <p:spPr>
          <a:xfrm>
            <a:off x="4788024" y="3140968"/>
            <a:ext cx="2031325" cy="369332"/>
          </a:xfrm>
          <a:prstGeom prst="rect">
            <a:avLst/>
          </a:prstGeom>
          <a:noFill/>
        </p:spPr>
        <p:txBody>
          <a:bodyPr wrap="none" rtlCol="0">
            <a:spAutoFit/>
          </a:bodyPr>
          <a:lstStyle/>
          <a:p>
            <a:r>
              <a:rPr lang="zh-TW" altLang="en-US" dirty="0" smtClean="0"/>
              <a:t>機構件詢報價系統</a:t>
            </a:r>
            <a:endParaRPr lang="zh-TW" altLang="en-US" dirty="0"/>
          </a:p>
        </p:txBody>
      </p:sp>
      <p:cxnSp>
        <p:nvCxnSpPr>
          <p:cNvPr id="18" name="直線單箭頭接點 19"/>
          <p:cNvCxnSpPr>
            <a:endCxn id="9" idx="0"/>
          </p:cNvCxnSpPr>
          <p:nvPr/>
        </p:nvCxnSpPr>
        <p:spPr>
          <a:xfrm rot="5400000">
            <a:off x="5904209" y="3897113"/>
            <a:ext cx="720080" cy="71886"/>
          </a:xfrm>
          <a:prstGeom prst="curvedConnector3">
            <a:avLst>
              <a:gd name="adj1" fmla="val 50000"/>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19" name="直線單箭頭接點 17"/>
          <p:cNvCxnSpPr>
            <a:stCxn id="6" idx="0"/>
            <a:endCxn id="17" idx="2"/>
          </p:cNvCxnSpPr>
          <p:nvPr/>
        </p:nvCxnSpPr>
        <p:spPr>
          <a:xfrm rot="5400000" flipH="1" flipV="1">
            <a:off x="4568396" y="3777886"/>
            <a:ext cx="1502876" cy="967705"/>
          </a:xfrm>
          <a:prstGeom prst="curved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畫面</a:t>
            </a:r>
            <a:endParaRPr lang="zh-TW" altLang="en-US" dirty="0"/>
          </a:p>
        </p:txBody>
      </p:sp>
      <p:sp>
        <p:nvSpPr>
          <p:cNvPr id="3" name="內容版面配置區 2"/>
          <p:cNvSpPr>
            <a:spLocks noGrp="1"/>
          </p:cNvSpPr>
          <p:nvPr>
            <p:ph idx="1"/>
          </p:nvPr>
        </p:nvSpPr>
        <p:spPr/>
        <p:txBody>
          <a:bodyPr/>
          <a:lstStyle/>
          <a:p>
            <a:r>
              <a:rPr lang="zh-TW" altLang="en-US" dirty="0" smtClean="0"/>
              <a:t>旁白</a:t>
            </a:r>
            <a:endParaRPr lang="en-US" altLang="zh-TW" dirty="0" smtClean="0"/>
          </a:p>
          <a:p>
            <a:pPr lvl="1"/>
            <a:r>
              <a:rPr lang="zh-TW" altLang="en-US" dirty="0" smtClean="0"/>
              <a:t>調整</a:t>
            </a:r>
            <a:r>
              <a:rPr lang="en-US" altLang="zh-TW" dirty="0" smtClean="0"/>
              <a:t>MBOM</a:t>
            </a:r>
            <a:r>
              <a:rPr lang="zh-TW" altLang="en-US" dirty="0" smtClean="0"/>
              <a:t>完成</a:t>
            </a:r>
            <a:r>
              <a:rPr lang="zh-TW" altLang="en-US" dirty="0" smtClean="0"/>
              <a:t>後，將</a:t>
            </a:r>
            <a:r>
              <a:rPr lang="en-US" altLang="zh-TW" dirty="0" smtClean="0"/>
              <a:t>Part/BOM</a:t>
            </a:r>
            <a:r>
              <a:rPr lang="zh-TW" altLang="en-US" dirty="0" smtClean="0"/>
              <a:t>及</a:t>
            </a:r>
            <a:r>
              <a:rPr lang="en-US" altLang="zh-TW" dirty="0" smtClean="0"/>
              <a:t>EC</a:t>
            </a:r>
            <a:r>
              <a:rPr lang="zh-TW" altLang="en-US" dirty="0" smtClean="0"/>
              <a:t>發行到</a:t>
            </a:r>
            <a:r>
              <a:rPr lang="en-US" altLang="zh-TW" dirty="0" smtClean="0"/>
              <a:t>SAP</a:t>
            </a:r>
            <a:r>
              <a:rPr lang="zh-TW" altLang="en-US" dirty="0" smtClean="0"/>
              <a:t>進行</a:t>
            </a:r>
            <a:r>
              <a:rPr lang="zh-TW" altLang="en-US" dirty="0" smtClean="0"/>
              <a:t>生產</a:t>
            </a:r>
            <a:endParaRPr lang="en-US" altLang="zh-TW" dirty="0" smtClean="0"/>
          </a:p>
          <a:p>
            <a:r>
              <a:rPr lang="zh-TW" altLang="en-US" dirty="0" smtClean="0"/>
              <a:t>畫面</a:t>
            </a:r>
            <a:endParaRPr lang="en-US" altLang="zh-TW" dirty="0" smtClean="0"/>
          </a:p>
          <a:p>
            <a:pPr lvl="1"/>
            <a:r>
              <a:rPr lang="en-US" altLang="zh-TW" dirty="0" smtClean="0"/>
              <a:t>MBOM-&gt;SAP</a:t>
            </a:r>
          </a:p>
          <a:p>
            <a:pPr lvl="1"/>
            <a:r>
              <a:rPr lang="en-US" altLang="zh-TW" dirty="0" smtClean="0"/>
              <a:t>Promote BOM or nothing..</a:t>
            </a:r>
          </a:p>
          <a:p>
            <a:pPr lvl="1"/>
            <a:endParaRPr lang="zh-TW" altLang="en-US" dirty="0"/>
          </a:p>
        </p:txBody>
      </p:sp>
      <p:sp>
        <p:nvSpPr>
          <p:cNvPr id="4" name="頁尾版面配置區 3"/>
          <p:cNvSpPr>
            <a:spLocks noGrp="1"/>
          </p:cNvSpPr>
          <p:nvPr>
            <p:ph type="ftr" sz="quarter" idx="11"/>
          </p:nvPr>
        </p:nvSpPr>
        <p:spPr/>
        <p:txBody>
          <a:bodyPr/>
          <a:lstStyle/>
          <a:p>
            <a:pPr>
              <a:defRPr/>
            </a:pPr>
            <a:r>
              <a:rPr lang="en-US" altLang="zh-TW" smtClean="0"/>
              <a:t>Inventec Confidential</a:t>
            </a:r>
            <a:endParaRPr lang="zh-TW" altLang="en-US" dirty="0"/>
          </a:p>
        </p:txBody>
      </p:sp>
      <p:sp>
        <p:nvSpPr>
          <p:cNvPr id="5" name="投影片編號版面配置區 4"/>
          <p:cNvSpPr>
            <a:spLocks noGrp="1"/>
          </p:cNvSpPr>
          <p:nvPr>
            <p:ph type="sldNum" sz="quarter" idx="12"/>
          </p:nvPr>
        </p:nvSpPr>
        <p:spPr/>
        <p:txBody>
          <a:bodyPr/>
          <a:lstStyle/>
          <a:p>
            <a:pPr>
              <a:defRPr/>
            </a:pPr>
            <a:fld id="{566B3443-88FF-483E-9A67-1965FD1BAB9A}" type="slidenum">
              <a:rPr lang="zh-TW" altLang="en-US" smtClean="0">
                <a:solidFill>
                  <a:prstClr val="black">
                    <a:tint val="75000"/>
                  </a:prstClr>
                </a:solidFill>
              </a:rPr>
              <a:pPr>
                <a:defRPr/>
              </a:pPr>
              <a:t>12</a:t>
            </a:fld>
            <a:endParaRPr lang="zh-TW" altLang="en-US" dirty="0">
              <a:solidFill>
                <a:prstClr val="black">
                  <a:tint val="75000"/>
                </a:prstClr>
              </a:solidFill>
            </a:endParaRPr>
          </a:p>
        </p:txBody>
      </p:sp>
      <p:sp>
        <p:nvSpPr>
          <p:cNvPr id="6" name="文字方塊 5"/>
          <p:cNvSpPr txBox="1"/>
          <p:nvPr/>
        </p:nvSpPr>
        <p:spPr>
          <a:xfrm>
            <a:off x="4895528" y="5733256"/>
            <a:ext cx="671979" cy="369332"/>
          </a:xfrm>
          <a:prstGeom prst="rect">
            <a:avLst/>
          </a:prstGeom>
          <a:noFill/>
        </p:spPr>
        <p:txBody>
          <a:bodyPr wrap="square" rtlCol="0">
            <a:spAutoFit/>
          </a:bodyPr>
          <a:lstStyle/>
          <a:p>
            <a:r>
              <a:rPr lang="en-US" altLang="zh-TW" dirty="0" smtClean="0"/>
              <a:t>CAD</a:t>
            </a:r>
            <a:endParaRPr lang="zh-TW" altLang="en-US" dirty="0"/>
          </a:p>
        </p:txBody>
      </p:sp>
      <p:sp>
        <p:nvSpPr>
          <p:cNvPr id="7" name="文字方塊 6"/>
          <p:cNvSpPr txBox="1"/>
          <p:nvPr/>
        </p:nvSpPr>
        <p:spPr>
          <a:xfrm>
            <a:off x="6047656" y="6165304"/>
            <a:ext cx="1120820" cy="369332"/>
          </a:xfrm>
          <a:prstGeom prst="rect">
            <a:avLst/>
          </a:prstGeom>
          <a:noFill/>
        </p:spPr>
        <p:txBody>
          <a:bodyPr wrap="none" rtlCol="0">
            <a:spAutoFit/>
          </a:bodyPr>
          <a:lstStyle/>
          <a:p>
            <a:r>
              <a:rPr lang="en-US" altLang="zh-TW" dirty="0" smtClean="0"/>
              <a:t>CAE</a:t>
            </a:r>
            <a:r>
              <a:rPr lang="zh-TW" altLang="en-US" dirty="0" smtClean="0"/>
              <a:t>分析</a:t>
            </a:r>
            <a:endParaRPr lang="zh-TW" altLang="en-US" dirty="0"/>
          </a:p>
        </p:txBody>
      </p:sp>
      <p:sp>
        <p:nvSpPr>
          <p:cNvPr id="8" name="文字方塊 7"/>
          <p:cNvSpPr txBox="1"/>
          <p:nvPr/>
        </p:nvSpPr>
        <p:spPr>
          <a:xfrm>
            <a:off x="4355976" y="4365104"/>
            <a:ext cx="1569660" cy="646331"/>
          </a:xfrm>
          <a:prstGeom prst="rect">
            <a:avLst/>
          </a:prstGeom>
          <a:noFill/>
        </p:spPr>
        <p:txBody>
          <a:bodyPr wrap="none" rtlCol="0">
            <a:spAutoFit/>
          </a:bodyPr>
          <a:lstStyle/>
          <a:p>
            <a:r>
              <a:rPr lang="zh-TW" altLang="en-US" dirty="0" smtClean="0"/>
              <a:t>組裝公差</a:t>
            </a:r>
            <a:r>
              <a:rPr lang="zh-TW" altLang="en-US" dirty="0" smtClean="0"/>
              <a:t>分析</a:t>
            </a:r>
            <a:endParaRPr lang="en-US" altLang="zh-TW" dirty="0" smtClean="0"/>
          </a:p>
          <a:p>
            <a:r>
              <a:rPr lang="zh-TW" altLang="en-US" dirty="0" smtClean="0"/>
              <a:t>組裝模擬</a:t>
            </a:r>
            <a:endParaRPr lang="zh-TW" altLang="en-US" dirty="0"/>
          </a:p>
        </p:txBody>
      </p:sp>
      <p:sp>
        <p:nvSpPr>
          <p:cNvPr id="9" name="文字方塊 8"/>
          <p:cNvSpPr txBox="1"/>
          <p:nvPr/>
        </p:nvSpPr>
        <p:spPr>
          <a:xfrm>
            <a:off x="6191672" y="5013176"/>
            <a:ext cx="864339" cy="369332"/>
          </a:xfrm>
          <a:prstGeom prst="rect">
            <a:avLst/>
          </a:prstGeom>
          <a:noFill/>
        </p:spPr>
        <p:txBody>
          <a:bodyPr wrap="none" rtlCol="0">
            <a:spAutoFit/>
          </a:bodyPr>
          <a:lstStyle/>
          <a:p>
            <a:r>
              <a:rPr lang="en-US" altLang="zh-TW" dirty="0" smtClean="0"/>
              <a:t>EBOM</a:t>
            </a:r>
            <a:endParaRPr lang="zh-TW" altLang="en-US" dirty="0"/>
          </a:p>
        </p:txBody>
      </p:sp>
      <p:sp>
        <p:nvSpPr>
          <p:cNvPr id="10" name="文字方塊 9"/>
          <p:cNvSpPr txBox="1"/>
          <p:nvPr/>
        </p:nvSpPr>
        <p:spPr>
          <a:xfrm>
            <a:off x="7415808" y="4077072"/>
            <a:ext cx="902811" cy="369332"/>
          </a:xfrm>
          <a:prstGeom prst="rect">
            <a:avLst/>
          </a:prstGeom>
          <a:noFill/>
        </p:spPr>
        <p:txBody>
          <a:bodyPr wrap="none" rtlCol="0">
            <a:spAutoFit/>
          </a:bodyPr>
          <a:lstStyle/>
          <a:p>
            <a:r>
              <a:rPr lang="en-US" altLang="zh-TW" dirty="0" smtClean="0">
                <a:solidFill>
                  <a:schemeClr val="accent1"/>
                </a:solidFill>
              </a:rPr>
              <a:t>MBOM</a:t>
            </a:r>
            <a:endParaRPr lang="zh-TW" altLang="en-US" dirty="0">
              <a:solidFill>
                <a:schemeClr val="accent1"/>
              </a:solidFill>
            </a:endParaRPr>
          </a:p>
        </p:txBody>
      </p:sp>
      <p:sp>
        <p:nvSpPr>
          <p:cNvPr id="11" name="文字方塊 10"/>
          <p:cNvSpPr txBox="1"/>
          <p:nvPr/>
        </p:nvSpPr>
        <p:spPr>
          <a:xfrm>
            <a:off x="7199784" y="5877272"/>
            <a:ext cx="697627" cy="369332"/>
          </a:xfrm>
          <a:prstGeom prst="rect">
            <a:avLst/>
          </a:prstGeom>
          <a:noFill/>
        </p:spPr>
        <p:txBody>
          <a:bodyPr wrap="none" rtlCol="0">
            <a:spAutoFit/>
          </a:bodyPr>
          <a:lstStyle/>
          <a:p>
            <a:r>
              <a:rPr lang="en-US" altLang="zh-TW" dirty="0" smtClean="0"/>
              <a:t>CAM</a:t>
            </a:r>
            <a:endParaRPr lang="zh-TW" altLang="en-US" dirty="0"/>
          </a:p>
        </p:txBody>
      </p:sp>
      <p:cxnSp>
        <p:nvCxnSpPr>
          <p:cNvPr id="12" name="直線單箭頭接點 15"/>
          <p:cNvCxnSpPr>
            <a:stCxn id="6" idx="2"/>
            <a:endCxn id="7" idx="1"/>
          </p:cNvCxnSpPr>
          <p:nvPr/>
        </p:nvCxnSpPr>
        <p:spPr>
          <a:xfrm rot="16200000" flipH="1">
            <a:off x="5515896" y="5818210"/>
            <a:ext cx="247382" cy="816138"/>
          </a:xfrm>
          <a:prstGeom prst="curvedConnector2">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17"/>
          <p:cNvCxnSpPr>
            <a:stCxn id="6" idx="3"/>
            <a:endCxn id="9" idx="1"/>
          </p:cNvCxnSpPr>
          <p:nvPr/>
        </p:nvCxnSpPr>
        <p:spPr>
          <a:xfrm flipV="1">
            <a:off x="5567507" y="5197842"/>
            <a:ext cx="624165" cy="720080"/>
          </a:xfrm>
          <a:prstGeom prst="curvedConnector3">
            <a:avLst>
              <a:gd name="adj1" fmla="val 50000"/>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14" name="直線單箭頭接點 19"/>
          <p:cNvCxnSpPr>
            <a:stCxn id="6" idx="1"/>
            <a:endCxn id="8" idx="2"/>
          </p:cNvCxnSpPr>
          <p:nvPr/>
        </p:nvCxnSpPr>
        <p:spPr>
          <a:xfrm rot="10800000" flipH="1">
            <a:off x="4895528" y="5011436"/>
            <a:ext cx="245278" cy="906487"/>
          </a:xfrm>
          <a:prstGeom prst="curvedConnector4">
            <a:avLst>
              <a:gd name="adj1" fmla="val -93200"/>
              <a:gd name="adj2" fmla="val 60186"/>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直線單箭頭接點 21"/>
          <p:cNvCxnSpPr>
            <a:stCxn id="9" idx="3"/>
            <a:endCxn id="10" idx="2"/>
          </p:cNvCxnSpPr>
          <p:nvPr/>
        </p:nvCxnSpPr>
        <p:spPr>
          <a:xfrm flipV="1">
            <a:off x="7056011" y="4446404"/>
            <a:ext cx="811203" cy="751438"/>
          </a:xfrm>
          <a:prstGeom prst="curvedConnector2">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直線單箭頭接點 23"/>
          <p:cNvCxnSpPr>
            <a:stCxn id="6" idx="3"/>
            <a:endCxn id="11" idx="0"/>
          </p:cNvCxnSpPr>
          <p:nvPr/>
        </p:nvCxnSpPr>
        <p:spPr>
          <a:xfrm flipV="1">
            <a:off x="5567507" y="5877272"/>
            <a:ext cx="1981091" cy="40650"/>
          </a:xfrm>
          <a:prstGeom prst="curvedConnector4">
            <a:avLst>
              <a:gd name="adj1" fmla="val 41196"/>
              <a:gd name="adj2" fmla="val 1016645"/>
            </a:avLst>
          </a:prstGeom>
          <a:ln>
            <a:headEnd type="none"/>
            <a:tailEnd type="arrow"/>
          </a:ln>
        </p:spPr>
        <p:style>
          <a:lnRef idx="1">
            <a:schemeClr val="accent1"/>
          </a:lnRef>
          <a:fillRef idx="0">
            <a:schemeClr val="accent1"/>
          </a:fillRef>
          <a:effectRef idx="0">
            <a:schemeClr val="accent1"/>
          </a:effectRef>
          <a:fontRef idx="minor">
            <a:schemeClr val="tx1"/>
          </a:fontRef>
        </p:style>
      </p:cxnSp>
      <p:sp>
        <p:nvSpPr>
          <p:cNvPr id="17" name="向右箭號 16"/>
          <p:cNvSpPr/>
          <p:nvPr/>
        </p:nvSpPr>
        <p:spPr>
          <a:xfrm>
            <a:off x="8423920" y="4077072"/>
            <a:ext cx="720080"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p:cNvSpPr txBox="1"/>
          <p:nvPr/>
        </p:nvSpPr>
        <p:spPr>
          <a:xfrm>
            <a:off x="5183560" y="3861048"/>
            <a:ext cx="2031325" cy="369332"/>
          </a:xfrm>
          <a:prstGeom prst="rect">
            <a:avLst/>
          </a:prstGeom>
          <a:noFill/>
        </p:spPr>
        <p:txBody>
          <a:bodyPr wrap="none" rtlCol="0">
            <a:spAutoFit/>
          </a:bodyPr>
          <a:lstStyle/>
          <a:p>
            <a:r>
              <a:rPr lang="zh-TW" altLang="en-US" dirty="0" smtClean="0"/>
              <a:t>機構件詢報價系統</a:t>
            </a:r>
            <a:endParaRPr lang="zh-TW" altLang="en-US" dirty="0"/>
          </a:p>
        </p:txBody>
      </p:sp>
      <p:cxnSp>
        <p:nvCxnSpPr>
          <p:cNvPr id="19" name="直線單箭頭接點 19"/>
          <p:cNvCxnSpPr>
            <a:endCxn id="9" idx="0"/>
          </p:cNvCxnSpPr>
          <p:nvPr/>
        </p:nvCxnSpPr>
        <p:spPr>
          <a:xfrm rot="5400000">
            <a:off x="6299745" y="4617193"/>
            <a:ext cx="720080" cy="71886"/>
          </a:xfrm>
          <a:prstGeom prst="curvedConnector3">
            <a:avLst>
              <a:gd name="adj1" fmla="val 50000"/>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20" name="直線單箭頭接點 17"/>
          <p:cNvCxnSpPr>
            <a:stCxn id="6" idx="0"/>
            <a:endCxn id="18" idx="2"/>
          </p:cNvCxnSpPr>
          <p:nvPr/>
        </p:nvCxnSpPr>
        <p:spPr>
          <a:xfrm rot="5400000" flipH="1" flipV="1">
            <a:off x="4963932" y="4497966"/>
            <a:ext cx="1502876" cy="967705"/>
          </a:xfrm>
          <a:prstGeom prst="curved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AS-IS =&gt; TO-BE</a:t>
            </a:r>
            <a:endParaRPr lang="zh-TW" altLang="en-US" dirty="0"/>
          </a:p>
        </p:txBody>
      </p:sp>
      <p:sp>
        <p:nvSpPr>
          <p:cNvPr id="3" name="內容版面配置區 2"/>
          <p:cNvSpPr>
            <a:spLocks noGrp="1"/>
          </p:cNvSpPr>
          <p:nvPr>
            <p:ph idx="1"/>
          </p:nvPr>
        </p:nvSpPr>
        <p:spPr/>
        <p:txBody>
          <a:bodyPr/>
          <a:lstStyle/>
          <a:p>
            <a:pPr marL="228600" indent="-228600">
              <a:buAutoNum type="arabicPeriod"/>
            </a:pPr>
            <a:r>
              <a:rPr lang="zh-TW" altLang="en-US" dirty="0" smtClean="0"/>
              <a:t>機構料詢報價系統</a:t>
            </a:r>
            <a:r>
              <a:rPr lang="en-US" altLang="zh-TW" dirty="0" smtClean="0"/>
              <a:t>, </a:t>
            </a:r>
            <a:r>
              <a:rPr lang="zh-TW" altLang="en-US" dirty="0" smtClean="0"/>
              <a:t>整合電子料詢報價作業</a:t>
            </a:r>
            <a:r>
              <a:rPr lang="en-US" altLang="zh-TW" dirty="0" smtClean="0"/>
              <a:t>, </a:t>
            </a:r>
            <a:r>
              <a:rPr lang="zh-TW" altLang="en-US" dirty="0" smtClean="0"/>
              <a:t>成為詢報價系統</a:t>
            </a:r>
            <a:r>
              <a:rPr lang="en-US" altLang="zh-TW" dirty="0" smtClean="0"/>
              <a:t>.</a:t>
            </a:r>
          </a:p>
          <a:p>
            <a:pPr marL="228600" indent="-228600">
              <a:buAutoNum type="arabicPeriod"/>
            </a:pPr>
            <a:r>
              <a:rPr lang="zh-TW" altLang="en-US" dirty="0" smtClean="0"/>
              <a:t>導入工廠工站產能優化作業</a:t>
            </a:r>
            <a:r>
              <a:rPr lang="en-US" altLang="zh-TW" dirty="0" smtClean="0"/>
              <a:t>, </a:t>
            </a:r>
            <a:r>
              <a:rPr lang="zh-TW" altLang="en-US" dirty="0" smtClean="0"/>
              <a:t>製程工藝規畫</a:t>
            </a:r>
            <a:r>
              <a:rPr lang="en-US" altLang="zh-TW" dirty="0" smtClean="0"/>
              <a:t>, </a:t>
            </a:r>
            <a:r>
              <a:rPr lang="zh-TW" altLang="en-US" dirty="0" smtClean="0"/>
              <a:t>及裝配過程模擬</a:t>
            </a:r>
            <a:r>
              <a:rPr lang="en-US" altLang="zh-TW" dirty="0" smtClean="0"/>
              <a:t>.</a:t>
            </a:r>
          </a:p>
          <a:p>
            <a:pPr marL="228600" indent="-228600">
              <a:buAutoNum type="arabicPeriod"/>
            </a:pPr>
            <a:r>
              <a:rPr lang="zh-TW" altLang="en-US" dirty="0" smtClean="0"/>
              <a:t>模具</a:t>
            </a:r>
            <a:r>
              <a:rPr lang="en-US" altLang="zh-TW" dirty="0" smtClean="0"/>
              <a:t>??</a:t>
            </a:r>
          </a:p>
          <a:p>
            <a:pPr marL="228600" indent="-228600">
              <a:buAutoNum type="arabicPeriod"/>
            </a:pPr>
            <a:r>
              <a:rPr lang="en-US" altLang="zh-TW" dirty="0" smtClean="0"/>
              <a:t>…</a:t>
            </a:r>
            <a:endParaRPr lang="en-US" altLang="zh-TW" dirty="0" smtClean="0"/>
          </a:p>
          <a:p>
            <a:endParaRPr lang="zh-TW" altLang="en-US" dirty="0"/>
          </a:p>
        </p:txBody>
      </p:sp>
      <p:sp>
        <p:nvSpPr>
          <p:cNvPr id="4" name="頁尾版面配置區 3"/>
          <p:cNvSpPr>
            <a:spLocks noGrp="1"/>
          </p:cNvSpPr>
          <p:nvPr>
            <p:ph type="ftr" sz="quarter" idx="11"/>
          </p:nvPr>
        </p:nvSpPr>
        <p:spPr/>
        <p:txBody>
          <a:bodyPr/>
          <a:lstStyle/>
          <a:p>
            <a:pPr>
              <a:defRPr/>
            </a:pPr>
            <a:r>
              <a:rPr lang="en-US" altLang="zh-TW" smtClean="0"/>
              <a:t>Inventec Confidential</a:t>
            </a:r>
            <a:endParaRPr lang="zh-TW" altLang="en-US" dirty="0"/>
          </a:p>
        </p:txBody>
      </p:sp>
      <p:sp>
        <p:nvSpPr>
          <p:cNvPr id="5" name="投影片編號版面配置區 4"/>
          <p:cNvSpPr>
            <a:spLocks noGrp="1"/>
          </p:cNvSpPr>
          <p:nvPr>
            <p:ph type="sldNum" sz="quarter" idx="12"/>
          </p:nvPr>
        </p:nvSpPr>
        <p:spPr/>
        <p:txBody>
          <a:bodyPr/>
          <a:lstStyle/>
          <a:p>
            <a:pPr>
              <a:defRPr/>
            </a:pPr>
            <a:fld id="{566B3443-88FF-483E-9A67-1965FD1BAB9A}" type="slidenum">
              <a:rPr lang="zh-TW" altLang="en-US" smtClean="0">
                <a:solidFill>
                  <a:prstClr val="black">
                    <a:tint val="75000"/>
                  </a:prstClr>
                </a:solidFill>
              </a:rPr>
              <a:pPr>
                <a:defRPr/>
              </a:pPr>
              <a:t>13</a:t>
            </a:fld>
            <a:endParaRPr lang="zh-TW" altLang="en-US" dirty="0">
              <a:solidFill>
                <a:prstClr val="black">
                  <a:tint val="75000"/>
                </a:prst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TO-BE</a:t>
            </a:r>
            <a:endParaRPr lang="zh-TW" altLang="en-US" dirty="0"/>
          </a:p>
        </p:txBody>
      </p:sp>
      <p:sp>
        <p:nvSpPr>
          <p:cNvPr id="4" name="頁尾版面配置區 3"/>
          <p:cNvSpPr>
            <a:spLocks noGrp="1"/>
          </p:cNvSpPr>
          <p:nvPr>
            <p:ph type="ftr" sz="quarter" idx="11"/>
          </p:nvPr>
        </p:nvSpPr>
        <p:spPr/>
        <p:txBody>
          <a:bodyPr/>
          <a:lstStyle/>
          <a:p>
            <a:pPr>
              <a:defRPr/>
            </a:pPr>
            <a:r>
              <a:rPr lang="en-US" altLang="zh-TW" smtClean="0"/>
              <a:t>Inventec Confidential</a:t>
            </a:r>
            <a:endParaRPr lang="zh-TW" altLang="en-US" dirty="0"/>
          </a:p>
        </p:txBody>
      </p:sp>
      <p:sp>
        <p:nvSpPr>
          <p:cNvPr id="5" name="投影片編號版面配置區 4"/>
          <p:cNvSpPr>
            <a:spLocks noGrp="1"/>
          </p:cNvSpPr>
          <p:nvPr>
            <p:ph type="sldNum" sz="quarter" idx="12"/>
          </p:nvPr>
        </p:nvSpPr>
        <p:spPr/>
        <p:txBody>
          <a:bodyPr/>
          <a:lstStyle/>
          <a:p>
            <a:pPr>
              <a:defRPr/>
            </a:pPr>
            <a:fld id="{566B3443-88FF-483E-9A67-1965FD1BAB9A}" type="slidenum">
              <a:rPr lang="zh-TW" altLang="en-US" smtClean="0">
                <a:solidFill>
                  <a:prstClr val="black">
                    <a:tint val="75000"/>
                  </a:prstClr>
                </a:solidFill>
              </a:rPr>
              <a:pPr>
                <a:defRPr/>
              </a:pPr>
              <a:t>14</a:t>
            </a:fld>
            <a:endParaRPr lang="zh-TW" altLang="en-US" dirty="0">
              <a:solidFill>
                <a:prstClr val="black">
                  <a:tint val="75000"/>
                </a:prstClr>
              </a:solidFill>
            </a:endParaRPr>
          </a:p>
        </p:txBody>
      </p:sp>
      <p:sp>
        <p:nvSpPr>
          <p:cNvPr id="6" name="文字方塊 5"/>
          <p:cNvSpPr txBox="1"/>
          <p:nvPr/>
        </p:nvSpPr>
        <p:spPr>
          <a:xfrm>
            <a:off x="827584" y="4869160"/>
            <a:ext cx="671979" cy="369332"/>
          </a:xfrm>
          <a:prstGeom prst="rect">
            <a:avLst/>
          </a:prstGeom>
          <a:noFill/>
        </p:spPr>
        <p:txBody>
          <a:bodyPr wrap="square" rtlCol="0">
            <a:spAutoFit/>
          </a:bodyPr>
          <a:lstStyle/>
          <a:p>
            <a:r>
              <a:rPr lang="en-US" altLang="zh-TW" dirty="0" smtClean="0"/>
              <a:t>CAD</a:t>
            </a:r>
            <a:endParaRPr lang="zh-TW" altLang="en-US" dirty="0"/>
          </a:p>
        </p:txBody>
      </p:sp>
      <p:sp>
        <p:nvSpPr>
          <p:cNvPr id="7" name="文字方塊 6"/>
          <p:cNvSpPr txBox="1"/>
          <p:nvPr/>
        </p:nvSpPr>
        <p:spPr>
          <a:xfrm>
            <a:off x="395536" y="4077072"/>
            <a:ext cx="1120820" cy="369332"/>
          </a:xfrm>
          <a:prstGeom prst="rect">
            <a:avLst/>
          </a:prstGeom>
          <a:noFill/>
        </p:spPr>
        <p:txBody>
          <a:bodyPr wrap="none" rtlCol="0">
            <a:spAutoFit/>
          </a:bodyPr>
          <a:lstStyle/>
          <a:p>
            <a:r>
              <a:rPr lang="en-US" altLang="zh-TW" dirty="0" smtClean="0"/>
              <a:t>CAE</a:t>
            </a:r>
            <a:r>
              <a:rPr lang="zh-TW" altLang="en-US" dirty="0" smtClean="0"/>
              <a:t>分析</a:t>
            </a:r>
            <a:endParaRPr lang="zh-TW" altLang="en-US" dirty="0"/>
          </a:p>
        </p:txBody>
      </p:sp>
      <p:sp>
        <p:nvSpPr>
          <p:cNvPr id="8" name="文字方塊 7"/>
          <p:cNvSpPr txBox="1"/>
          <p:nvPr/>
        </p:nvSpPr>
        <p:spPr>
          <a:xfrm>
            <a:off x="251520" y="2492896"/>
            <a:ext cx="1569660" cy="369332"/>
          </a:xfrm>
          <a:prstGeom prst="rect">
            <a:avLst/>
          </a:prstGeom>
          <a:noFill/>
        </p:spPr>
        <p:txBody>
          <a:bodyPr wrap="none" rtlCol="0">
            <a:spAutoFit/>
          </a:bodyPr>
          <a:lstStyle/>
          <a:p>
            <a:r>
              <a:rPr lang="zh-TW" altLang="en-US" dirty="0" smtClean="0"/>
              <a:t>組裝公差分析</a:t>
            </a:r>
            <a:endParaRPr lang="zh-TW" altLang="en-US" dirty="0"/>
          </a:p>
        </p:txBody>
      </p:sp>
      <p:sp>
        <p:nvSpPr>
          <p:cNvPr id="9" name="文字方塊 8"/>
          <p:cNvSpPr txBox="1"/>
          <p:nvPr/>
        </p:nvSpPr>
        <p:spPr>
          <a:xfrm>
            <a:off x="1835696" y="4149080"/>
            <a:ext cx="864339" cy="369332"/>
          </a:xfrm>
          <a:prstGeom prst="rect">
            <a:avLst/>
          </a:prstGeom>
          <a:noFill/>
        </p:spPr>
        <p:txBody>
          <a:bodyPr wrap="none" rtlCol="0">
            <a:spAutoFit/>
          </a:bodyPr>
          <a:lstStyle/>
          <a:p>
            <a:r>
              <a:rPr lang="en-US" altLang="zh-TW" dirty="0" smtClean="0"/>
              <a:t>EBOM</a:t>
            </a:r>
            <a:endParaRPr lang="zh-TW" altLang="en-US" dirty="0"/>
          </a:p>
        </p:txBody>
      </p:sp>
      <p:sp>
        <p:nvSpPr>
          <p:cNvPr id="10" name="文字方塊 9"/>
          <p:cNvSpPr txBox="1"/>
          <p:nvPr/>
        </p:nvSpPr>
        <p:spPr>
          <a:xfrm>
            <a:off x="3059832" y="3212976"/>
            <a:ext cx="902811" cy="369332"/>
          </a:xfrm>
          <a:prstGeom prst="rect">
            <a:avLst/>
          </a:prstGeom>
          <a:noFill/>
        </p:spPr>
        <p:txBody>
          <a:bodyPr wrap="none" rtlCol="0">
            <a:spAutoFit/>
          </a:bodyPr>
          <a:lstStyle/>
          <a:p>
            <a:r>
              <a:rPr lang="en-US" altLang="zh-TW" dirty="0" smtClean="0"/>
              <a:t>MBOM</a:t>
            </a:r>
            <a:endParaRPr lang="zh-TW" altLang="en-US" dirty="0"/>
          </a:p>
        </p:txBody>
      </p:sp>
      <p:sp>
        <p:nvSpPr>
          <p:cNvPr id="11" name="文字方塊 10"/>
          <p:cNvSpPr txBox="1"/>
          <p:nvPr/>
        </p:nvSpPr>
        <p:spPr>
          <a:xfrm>
            <a:off x="2771800" y="4869160"/>
            <a:ext cx="697627" cy="369332"/>
          </a:xfrm>
          <a:prstGeom prst="rect">
            <a:avLst/>
          </a:prstGeom>
          <a:noFill/>
        </p:spPr>
        <p:txBody>
          <a:bodyPr wrap="none" rtlCol="0">
            <a:spAutoFit/>
          </a:bodyPr>
          <a:lstStyle/>
          <a:p>
            <a:r>
              <a:rPr lang="en-US" altLang="zh-TW" dirty="0" smtClean="0"/>
              <a:t>CAM</a:t>
            </a:r>
            <a:endParaRPr lang="zh-TW" altLang="en-US" dirty="0"/>
          </a:p>
        </p:txBody>
      </p:sp>
      <p:cxnSp>
        <p:nvCxnSpPr>
          <p:cNvPr id="12" name="直線單箭頭接點 15"/>
          <p:cNvCxnSpPr>
            <a:stCxn id="6" idx="0"/>
            <a:endCxn id="7" idx="2"/>
          </p:cNvCxnSpPr>
          <p:nvPr/>
        </p:nvCxnSpPr>
        <p:spPr>
          <a:xfrm rot="16200000" flipV="1">
            <a:off x="848382" y="4553968"/>
            <a:ext cx="422756" cy="207628"/>
          </a:xfrm>
          <a:prstGeom prst="curvedConnector3">
            <a:avLst>
              <a:gd name="adj1" fmla="val 50000"/>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17"/>
          <p:cNvCxnSpPr>
            <a:stCxn id="6" idx="3"/>
            <a:endCxn id="9" idx="1"/>
          </p:cNvCxnSpPr>
          <p:nvPr/>
        </p:nvCxnSpPr>
        <p:spPr>
          <a:xfrm flipV="1">
            <a:off x="1499563" y="4333746"/>
            <a:ext cx="336133" cy="720080"/>
          </a:xfrm>
          <a:prstGeom prst="curvedConnector3">
            <a:avLst>
              <a:gd name="adj1" fmla="val 50000"/>
            </a:avLst>
          </a:prstGeom>
          <a:ln>
            <a:headEnd type="none"/>
            <a:tailEnd type="arrow"/>
          </a:ln>
        </p:spPr>
        <p:style>
          <a:lnRef idx="1">
            <a:schemeClr val="accent1"/>
          </a:lnRef>
          <a:fillRef idx="0">
            <a:schemeClr val="accent1"/>
          </a:fillRef>
          <a:effectRef idx="0">
            <a:schemeClr val="accent1"/>
          </a:effectRef>
          <a:fontRef idx="minor">
            <a:schemeClr val="tx1"/>
          </a:fontRef>
        </p:style>
      </p:cxnSp>
      <p:cxnSp>
        <p:nvCxnSpPr>
          <p:cNvPr id="14" name="直線單箭頭接點 19"/>
          <p:cNvCxnSpPr>
            <a:stCxn id="9" idx="0"/>
            <a:endCxn id="8" idx="3"/>
          </p:cNvCxnSpPr>
          <p:nvPr/>
        </p:nvCxnSpPr>
        <p:spPr>
          <a:xfrm rot="16200000" flipV="1">
            <a:off x="1308764" y="3189978"/>
            <a:ext cx="1471518" cy="446686"/>
          </a:xfrm>
          <a:prstGeom prst="curvedConnector2">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直線單箭頭接點 21"/>
          <p:cNvCxnSpPr>
            <a:stCxn id="9" idx="3"/>
            <a:endCxn id="10" idx="2"/>
          </p:cNvCxnSpPr>
          <p:nvPr/>
        </p:nvCxnSpPr>
        <p:spPr>
          <a:xfrm flipV="1">
            <a:off x="2700035" y="3582308"/>
            <a:ext cx="811203" cy="751438"/>
          </a:xfrm>
          <a:prstGeom prst="curvedConnector2">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直線單箭頭接點 23"/>
          <p:cNvCxnSpPr>
            <a:stCxn id="9" idx="2"/>
            <a:endCxn id="11" idx="0"/>
          </p:cNvCxnSpPr>
          <p:nvPr/>
        </p:nvCxnSpPr>
        <p:spPr>
          <a:xfrm rot="16200000" flipH="1">
            <a:off x="2518866" y="4267412"/>
            <a:ext cx="350748" cy="852748"/>
          </a:xfrm>
          <a:prstGeom prst="curved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7" name="文字方塊 16"/>
          <p:cNvSpPr txBox="1"/>
          <p:nvPr/>
        </p:nvSpPr>
        <p:spPr>
          <a:xfrm>
            <a:off x="2339752" y="2204864"/>
            <a:ext cx="1338828" cy="369332"/>
          </a:xfrm>
          <a:prstGeom prst="rect">
            <a:avLst/>
          </a:prstGeom>
          <a:noFill/>
        </p:spPr>
        <p:txBody>
          <a:bodyPr wrap="none" rtlCol="0">
            <a:spAutoFit/>
          </a:bodyPr>
          <a:lstStyle/>
          <a:p>
            <a:r>
              <a:rPr lang="zh-TW" altLang="en-US" dirty="0" smtClean="0"/>
              <a:t>詢報價系統</a:t>
            </a:r>
            <a:endParaRPr lang="zh-TW" altLang="en-US" dirty="0"/>
          </a:p>
        </p:txBody>
      </p:sp>
      <p:cxnSp>
        <p:nvCxnSpPr>
          <p:cNvPr id="18" name="直線單箭頭接點 19"/>
          <p:cNvCxnSpPr>
            <a:endCxn id="17" idx="2"/>
          </p:cNvCxnSpPr>
          <p:nvPr/>
        </p:nvCxnSpPr>
        <p:spPr>
          <a:xfrm rot="5400000" flipH="1" flipV="1">
            <a:off x="1887014" y="3098942"/>
            <a:ext cx="1646898" cy="597406"/>
          </a:xfrm>
          <a:prstGeom prst="curved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20" name="文字方塊 19"/>
          <p:cNvSpPr txBox="1"/>
          <p:nvPr/>
        </p:nvSpPr>
        <p:spPr>
          <a:xfrm>
            <a:off x="3995936" y="2852936"/>
            <a:ext cx="1569660" cy="369332"/>
          </a:xfrm>
          <a:prstGeom prst="rect">
            <a:avLst/>
          </a:prstGeom>
          <a:noFill/>
        </p:spPr>
        <p:txBody>
          <a:bodyPr wrap="none" rtlCol="0">
            <a:spAutoFit/>
          </a:bodyPr>
          <a:lstStyle/>
          <a:p>
            <a:r>
              <a:rPr lang="zh-TW" altLang="en-US" dirty="0" smtClean="0"/>
              <a:t>製程工藝規畫</a:t>
            </a:r>
            <a:endParaRPr lang="zh-TW" altLang="en-US" dirty="0"/>
          </a:p>
        </p:txBody>
      </p:sp>
      <p:sp>
        <p:nvSpPr>
          <p:cNvPr id="21" name="文字方塊 20"/>
          <p:cNvSpPr txBox="1"/>
          <p:nvPr/>
        </p:nvSpPr>
        <p:spPr>
          <a:xfrm>
            <a:off x="251520" y="1763524"/>
            <a:ext cx="2159566" cy="369332"/>
          </a:xfrm>
          <a:prstGeom prst="rect">
            <a:avLst/>
          </a:prstGeom>
          <a:noFill/>
        </p:spPr>
        <p:txBody>
          <a:bodyPr wrap="none" rtlCol="0">
            <a:spAutoFit/>
          </a:bodyPr>
          <a:lstStyle/>
          <a:p>
            <a:r>
              <a:rPr lang="zh-TW" altLang="en-US" dirty="0" smtClean="0"/>
              <a:t>工廠</a:t>
            </a:r>
            <a:r>
              <a:rPr lang="en-US" altLang="zh-TW" dirty="0" smtClean="0"/>
              <a:t>/</a:t>
            </a:r>
            <a:r>
              <a:rPr lang="zh-TW" altLang="en-US" dirty="0" smtClean="0"/>
              <a:t>工站</a:t>
            </a:r>
            <a:r>
              <a:rPr lang="en-US" altLang="zh-TW" dirty="0" smtClean="0"/>
              <a:t>/</a:t>
            </a:r>
            <a:r>
              <a:rPr lang="zh-TW" altLang="en-US" dirty="0" smtClean="0"/>
              <a:t>產能優化</a:t>
            </a:r>
            <a:endParaRPr lang="zh-TW" altLang="en-US" dirty="0"/>
          </a:p>
        </p:txBody>
      </p:sp>
      <p:sp>
        <p:nvSpPr>
          <p:cNvPr id="22" name="文字方塊 21"/>
          <p:cNvSpPr txBox="1"/>
          <p:nvPr/>
        </p:nvSpPr>
        <p:spPr>
          <a:xfrm>
            <a:off x="2843808" y="1556792"/>
            <a:ext cx="1569660" cy="369332"/>
          </a:xfrm>
          <a:prstGeom prst="rect">
            <a:avLst/>
          </a:prstGeom>
          <a:noFill/>
        </p:spPr>
        <p:txBody>
          <a:bodyPr wrap="none" rtlCol="0">
            <a:spAutoFit/>
          </a:bodyPr>
          <a:lstStyle/>
          <a:p>
            <a:r>
              <a:rPr lang="zh-TW" altLang="en-US" dirty="0" smtClean="0">
                <a:solidFill>
                  <a:srgbClr val="FF0000"/>
                </a:solidFill>
              </a:rPr>
              <a:t>裝配過程模擬</a:t>
            </a:r>
            <a:endParaRPr lang="zh-TW" altLang="en-US"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畫面</a:t>
            </a:r>
            <a:endParaRPr lang="zh-TW" altLang="en-US" dirty="0"/>
          </a:p>
        </p:txBody>
      </p:sp>
      <p:sp>
        <p:nvSpPr>
          <p:cNvPr id="3" name="內容版面配置區 2"/>
          <p:cNvSpPr>
            <a:spLocks noGrp="1"/>
          </p:cNvSpPr>
          <p:nvPr>
            <p:ph idx="1"/>
          </p:nvPr>
        </p:nvSpPr>
        <p:spPr/>
        <p:txBody>
          <a:bodyPr/>
          <a:lstStyle/>
          <a:p>
            <a:r>
              <a:rPr lang="zh-TW" altLang="en-US" dirty="0" smtClean="0"/>
              <a:t>旁白</a:t>
            </a:r>
            <a:endParaRPr lang="en-US" altLang="zh-TW" dirty="0" smtClean="0"/>
          </a:p>
          <a:p>
            <a:r>
              <a:rPr lang="zh-TW" altLang="en-US" dirty="0" smtClean="0"/>
              <a:t>畫面</a:t>
            </a:r>
            <a:endParaRPr lang="en-US" altLang="zh-TW" dirty="0" smtClean="0"/>
          </a:p>
          <a:p>
            <a:pPr lvl="1"/>
            <a:endParaRPr lang="zh-TW" altLang="en-US" dirty="0"/>
          </a:p>
        </p:txBody>
      </p:sp>
      <p:sp>
        <p:nvSpPr>
          <p:cNvPr id="4" name="頁尾版面配置區 3"/>
          <p:cNvSpPr>
            <a:spLocks noGrp="1"/>
          </p:cNvSpPr>
          <p:nvPr>
            <p:ph type="ftr" sz="quarter" idx="11"/>
          </p:nvPr>
        </p:nvSpPr>
        <p:spPr/>
        <p:txBody>
          <a:bodyPr/>
          <a:lstStyle/>
          <a:p>
            <a:pPr>
              <a:defRPr/>
            </a:pPr>
            <a:r>
              <a:rPr lang="en-US" altLang="zh-TW" smtClean="0"/>
              <a:t>Inventec Confidential</a:t>
            </a:r>
            <a:endParaRPr lang="zh-TW" altLang="en-US" dirty="0"/>
          </a:p>
        </p:txBody>
      </p:sp>
      <p:sp>
        <p:nvSpPr>
          <p:cNvPr id="5" name="投影片編號版面配置區 4"/>
          <p:cNvSpPr>
            <a:spLocks noGrp="1"/>
          </p:cNvSpPr>
          <p:nvPr>
            <p:ph type="sldNum" sz="quarter" idx="12"/>
          </p:nvPr>
        </p:nvSpPr>
        <p:spPr/>
        <p:txBody>
          <a:bodyPr/>
          <a:lstStyle/>
          <a:p>
            <a:pPr>
              <a:defRPr/>
            </a:pPr>
            <a:fld id="{566B3443-88FF-483E-9A67-1965FD1BAB9A}" type="slidenum">
              <a:rPr lang="zh-TW" altLang="en-US" smtClean="0">
                <a:solidFill>
                  <a:prstClr val="black">
                    <a:tint val="75000"/>
                  </a:prstClr>
                </a:solidFill>
              </a:rPr>
              <a:pPr>
                <a:defRPr/>
              </a:pPr>
              <a:t>15</a:t>
            </a:fld>
            <a:endParaRPr lang="zh-TW" altLang="en-US" dirty="0">
              <a:solidFill>
                <a:prstClr val="black">
                  <a:tint val="75000"/>
                </a:prst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畫面</a:t>
            </a:r>
            <a:endParaRPr lang="zh-TW" altLang="en-US" dirty="0"/>
          </a:p>
        </p:txBody>
      </p:sp>
      <p:sp>
        <p:nvSpPr>
          <p:cNvPr id="3" name="內容版面配置區 2"/>
          <p:cNvSpPr>
            <a:spLocks noGrp="1"/>
          </p:cNvSpPr>
          <p:nvPr>
            <p:ph idx="1"/>
          </p:nvPr>
        </p:nvSpPr>
        <p:spPr/>
        <p:txBody>
          <a:bodyPr/>
          <a:lstStyle/>
          <a:p>
            <a:r>
              <a:rPr lang="zh-TW" altLang="en-US" dirty="0" smtClean="0"/>
              <a:t>旁白</a:t>
            </a:r>
            <a:endParaRPr lang="en-US" altLang="zh-TW" dirty="0" smtClean="0"/>
          </a:p>
          <a:p>
            <a:r>
              <a:rPr lang="zh-TW" altLang="en-US" dirty="0" smtClean="0"/>
              <a:t>畫面</a:t>
            </a:r>
            <a:endParaRPr lang="en-US" altLang="zh-TW" dirty="0" smtClean="0"/>
          </a:p>
          <a:p>
            <a:pPr lvl="1"/>
            <a:endParaRPr lang="zh-TW" altLang="en-US" dirty="0"/>
          </a:p>
        </p:txBody>
      </p:sp>
      <p:sp>
        <p:nvSpPr>
          <p:cNvPr id="4" name="頁尾版面配置區 3"/>
          <p:cNvSpPr>
            <a:spLocks noGrp="1"/>
          </p:cNvSpPr>
          <p:nvPr>
            <p:ph type="ftr" sz="quarter" idx="11"/>
          </p:nvPr>
        </p:nvSpPr>
        <p:spPr/>
        <p:txBody>
          <a:bodyPr/>
          <a:lstStyle/>
          <a:p>
            <a:pPr>
              <a:defRPr/>
            </a:pPr>
            <a:r>
              <a:rPr lang="en-US" altLang="zh-TW" smtClean="0"/>
              <a:t>Inventec Confidential</a:t>
            </a:r>
            <a:endParaRPr lang="zh-TW" altLang="en-US" dirty="0"/>
          </a:p>
        </p:txBody>
      </p:sp>
      <p:sp>
        <p:nvSpPr>
          <p:cNvPr id="5" name="投影片編號版面配置區 4"/>
          <p:cNvSpPr>
            <a:spLocks noGrp="1"/>
          </p:cNvSpPr>
          <p:nvPr>
            <p:ph type="sldNum" sz="quarter" idx="12"/>
          </p:nvPr>
        </p:nvSpPr>
        <p:spPr/>
        <p:txBody>
          <a:bodyPr/>
          <a:lstStyle/>
          <a:p>
            <a:pPr>
              <a:defRPr/>
            </a:pPr>
            <a:fld id="{566B3443-88FF-483E-9A67-1965FD1BAB9A}" type="slidenum">
              <a:rPr lang="zh-TW" altLang="en-US" smtClean="0">
                <a:solidFill>
                  <a:prstClr val="black">
                    <a:tint val="75000"/>
                  </a:prstClr>
                </a:solidFill>
              </a:rPr>
              <a:pPr>
                <a:defRPr/>
              </a:pPr>
              <a:t>16</a:t>
            </a:fld>
            <a:endParaRPr lang="zh-TW" altLang="en-US" dirty="0">
              <a:solidFill>
                <a:prstClr val="black">
                  <a:tint val="75000"/>
                </a:prst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4" name="頁尾版面配置區 3"/>
          <p:cNvSpPr>
            <a:spLocks noGrp="1"/>
          </p:cNvSpPr>
          <p:nvPr>
            <p:ph type="ftr" sz="quarter" idx="11"/>
          </p:nvPr>
        </p:nvSpPr>
        <p:spPr/>
        <p:txBody>
          <a:bodyPr/>
          <a:lstStyle/>
          <a:p>
            <a:pPr>
              <a:defRPr/>
            </a:pPr>
            <a:r>
              <a:rPr lang="en-US" altLang="zh-TW" smtClean="0"/>
              <a:t>Inventec Confidential</a:t>
            </a:r>
            <a:endParaRPr lang="zh-TW" altLang="en-US" dirty="0"/>
          </a:p>
        </p:txBody>
      </p:sp>
      <p:sp>
        <p:nvSpPr>
          <p:cNvPr id="5" name="投影片編號版面配置區 4"/>
          <p:cNvSpPr>
            <a:spLocks noGrp="1"/>
          </p:cNvSpPr>
          <p:nvPr>
            <p:ph type="sldNum" sz="quarter" idx="12"/>
          </p:nvPr>
        </p:nvSpPr>
        <p:spPr/>
        <p:txBody>
          <a:bodyPr/>
          <a:lstStyle/>
          <a:p>
            <a:pPr>
              <a:defRPr/>
            </a:pPr>
            <a:fld id="{566B3443-88FF-483E-9A67-1965FD1BAB9A}" type="slidenum">
              <a:rPr lang="zh-TW" altLang="en-US" smtClean="0">
                <a:solidFill>
                  <a:prstClr val="black">
                    <a:tint val="75000"/>
                  </a:prstClr>
                </a:solidFill>
              </a:rPr>
              <a:pPr>
                <a:defRPr/>
              </a:pPr>
              <a:t>17</a:t>
            </a:fld>
            <a:endParaRPr lang="zh-TW" altLang="en-US" dirty="0">
              <a:solidFill>
                <a:prstClr val="black">
                  <a:tint val="75000"/>
                </a:prst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頁尾版面配置區 3"/>
          <p:cNvSpPr>
            <a:spLocks noGrp="1"/>
          </p:cNvSpPr>
          <p:nvPr>
            <p:ph type="ftr" sz="quarter" idx="10"/>
          </p:nvPr>
        </p:nvSpPr>
        <p:spPr/>
        <p:txBody>
          <a:bodyPr/>
          <a:lstStyle/>
          <a:p>
            <a:pPr>
              <a:defRPr/>
            </a:pPr>
            <a:r>
              <a:rPr lang="en-US" altLang="zh-TW" smtClean="0"/>
              <a:t>Inventec Confidential</a:t>
            </a:r>
            <a:endParaRPr lang="zh-TW" altLang="en-US" dirty="0"/>
          </a:p>
        </p:txBody>
      </p:sp>
      <p:sp>
        <p:nvSpPr>
          <p:cNvPr id="5" name="投影片編號版面配置區 4"/>
          <p:cNvSpPr>
            <a:spLocks noGrp="1"/>
          </p:cNvSpPr>
          <p:nvPr>
            <p:ph type="sldNum" sz="quarter" idx="12"/>
          </p:nvPr>
        </p:nvSpPr>
        <p:spPr/>
        <p:txBody>
          <a:bodyPr/>
          <a:lstStyle/>
          <a:p>
            <a:pPr>
              <a:defRPr/>
            </a:pPr>
            <a:fld id="{566B3443-88FF-483E-9A67-1965FD1BAB9A}" type="slidenum">
              <a:rPr lang="zh-TW" altLang="en-US" smtClean="0">
                <a:solidFill>
                  <a:prstClr val="black">
                    <a:tint val="75000"/>
                  </a:prstClr>
                </a:solidFill>
              </a:rPr>
              <a:pPr>
                <a:defRPr/>
              </a:pPr>
              <a:t>18</a:t>
            </a:fld>
            <a:endParaRPr lang="zh-TW" altLang="en-US" dirty="0">
              <a:solidFill>
                <a:prstClr val="black">
                  <a:tint val="75000"/>
                </a:prstClr>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la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文件" ma:contentTypeID="0x010100FDEF9DDD8DA8D947A8B697A251F6F479" ma:contentTypeVersion="0" ma:contentTypeDescription="建立新的文件。" ma:contentTypeScope="" ma:versionID="2510530b6c5046a0b23cfc4c391f0f9d">
  <xsd:schema xmlns:xsd="http://www.w3.org/2001/XMLSchema" xmlns:p="http://schemas.microsoft.com/office/2006/metadata/properties" targetNamespace="http://schemas.microsoft.com/office/2006/metadata/properties" ma:root="true" ma:fieldsID="9e3b413816559e60cd42b02b2307c5cd">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ma:readOnly="true"/>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B84F4F9F-E5EE-4EEC-92C0-3CB3AFED1284}">
  <ds:schemaRefs>
    <ds:schemaRef ds:uri="http://schemas.microsoft.com/office/2006/metadata/properties"/>
  </ds:schemaRefs>
</ds:datastoreItem>
</file>

<file path=customXml/itemProps2.xml><?xml version="1.0" encoding="utf-8"?>
<ds:datastoreItem xmlns:ds="http://schemas.openxmlformats.org/officeDocument/2006/customXml" ds:itemID="{BE93A848-0B76-45AC-AF6A-11F21B1E7A50}">
  <ds:schemaRefs>
    <ds:schemaRef ds:uri="http://schemas.microsoft.com/sharepoint/v3/contenttype/forms"/>
  </ds:schemaRefs>
</ds:datastoreItem>
</file>

<file path=customXml/itemProps3.xml><?xml version="1.0" encoding="utf-8"?>
<ds:datastoreItem xmlns:ds="http://schemas.openxmlformats.org/officeDocument/2006/customXml" ds:itemID="{16392C01-78BF-4C40-8444-A1F94A20DA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blank</Template>
  <TotalTime>715</TotalTime>
  <Words>919</Words>
  <Application>Microsoft Office PowerPoint</Application>
  <PresentationFormat>如螢幕大小 (4:3)</PresentationFormat>
  <Paragraphs>186</Paragraphs>
  <Slides>18</Slides>
  <Notes>2</Notes>
  <HiddenSlides>0</HiddenSlides>
  <MMClips>0</MMClips>
  <ScaleCrop>false</ScaleCrop>
  <HeadingPairs>
    <vt:vector size="4" baseType="variant">
      <vt:variant>
        <vt:lpstr>佈景主題</vt:lpstr>
      </vt:variant>
      <vt:variant>
        <vt:i4>1</vt:i4>
      </vt:variant>
      <vt:variant>
        <vt:lpstr>投影片標題</vt:lpstr>
      </vt:variant>
      <vt:variant>
        <vt:i4>18</vt:i4>
      </vt:variant>
    </vt:vector>
  </HeadingPairs>
  <TitlesOfParts>
    <vt:vector size="19" baseType="lpstr">
      <vt:lpstr>blank</vt:lpstr>
      <vt:lpstr>II 4.0 RD</vt:lpstr>
      <vt:lpstr>AS-IS</vt:lpstr>
      <vt:lpstr>畫面</vt:lpstr>
      <vt:lpstr>畫面</vt:lpstr>
      <vt:lpstr>畫面</vt:lpstr>
      <vt:lpstr>畫面</vt:lpstr>
      <vt:lpstr>畫面</vt:lpstr>
      <vt:lpstr>畫面</vt:lpstr>
      <vt:lpstr>畫面</vt:lpstr>
      <vt:lpstr>畫面</vt:lpstr>
      <vt:lpstr>畫面</vt:lpstr>
      <vt:lpstr>畫面</vt:lpstr>
      <vt:lpstr>AS-IS =&gt; TO-BE</vt:lpstr>
      <vt:lpstr>TO-BE</vt:lpstr>
      <vt:lpstr>畫面</vt:lpstr>
      <vt:lpstr>畫面</vt:lpstr>
      <vt:lpstr>投影片 17</vt:lpstr>
      <vt:lpstr>投影片 18</vt:lpstr>
    </vt:vector>
  </TitlesOfParts>
  <Company>TAO</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taouser</dc:creator>
  <cp:lastModifiedBy>taouser</cp:lastModifiedBy>
  <cp:revision>43</cp:revision>
  <dcterms:created xsi:type="dcterms:W3CDTF">2015-08-24T03:35:09Z</dcterms:created>
  <dcterms:modified xsi:type="dcterms:W3CDTF">2015-08-25T08:05:53Z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PSDescription">
    <vt:lpwstr>Company Presentation 2009 March English version</vt:lpwstr>
  </property>
  <property fmtid="{D5CDD505-2E9C-101B-9397-08002B2CF9AE}" pid="3" name="Owner">
    <vt:lpwstr/>
  </property>
  <property fmtid="{D5CDD505-2E9C-101B-9397-08002B2CF9AE}" pid="4" name="Status">
    <vt:lpwstr>Final</vt:lpwstr>
  </property>
</Properties>
</file>