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18" r:id="rId2"/>
  </p:sldMasterIdLst>
  <p:notesMasterIdLst>
    <p:notesMasterId r:id="rId23"/>
  </p:notesMasterIdLst>
  <p:handoutMasterIdLst>
    <p:handoutMasterId r:id="rId24"/>
  </p:handoutMasterIdLst>
  <p:sldIdLst>
    <p:sldId id="302" r:id="rId3"/>
    <p:sldId id="532" r:id="rId4"/>
    <p:sldId id="533" r:id="rId5"/>
    <p:sldId id="534" r:id="rId6"/>
    <p:sldId id="536" r:id="rId7"/>
    <p:sldId id="525" r:id="rId8"/>
    <p:sldId id="535" r:id="rId9"/>
    <p:sldId id="519" r:id="rId10"/>
    <p:sldId id="520" r:id="rId11"/>
    <p:sldId id="526" r:id="rId12"/>
    <p:sldId id="523" r:id="rId13"/>
    <p:sldId id="527" r:id="rId14"/>
    <p:sldId id="521" r:id="rId15"/>
    <p:sldId id="528" r:id="rId16"/>
    <p:sldId id="522" r:id="rId17"/>
    <p:sldId id="529" r:id="rId18"/>
    <p:sldId id="524" r:id="rId19"/>
    <p:sldId id="530" r:id="rId20"/>
    <p:sldId id="531" r:id="rId21"/>
    <p:sldId id="468" r:id="rId22"/>
  </p:sldIdLst>
  <p:sldSz cx="9906000" cy="6858000" type="A4"/>
  <p:notesSz cx="6873875" cy="1006316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1pPr>
    <a:lvl2pPr marL="4572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2pPr>
    <a:lvl3pPr marL="9144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3pPr>
    <a:lvl4pPr marL="13716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4pPr>
    <a:lvl5pPr marL="1828800" algn="l" rtl="0" fontAlgn="base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Arial Unicode MS" pitchFamily="34" charset="-120"/>
        <a:ea typeface="Arial Unicode MS" pitchFamily="34" charset="-120"/>
        <a:cs typeface="Arial Unicode MS" pitchFamily="34" charset="-12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3333FF"/>
    <a:srgbClr val="FF6600"/>
    <a:srgbClr val="323232"/>
    <a:srgbClr val="4D4D4D"/>
    <a:srgbClr val="292929"/>
    <a:srgbClr val="4F4F4F"/>
    <a:srgbClr val="96969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84" autoAdjust="0"/>
    <p:restoredTop sz="94542" autoAdjust="0"/>
  </p:normalViewPr>
  <p:slideViewPr>
    <p:cSldViewPr snapToGrid="0">
      <p:cViewPr>
        <p:scale>
          <a:sx n="100" d="100"/>
          <a:sy n="100" d="100"/>
        </p:scale>
        <p:origin x="-570" y="72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5" d="100"/>
          <a:sy n="45" d="100"/>
        </p:scale>
        <p:origin x="-1404" y="-96"/>
      </p:cViewPr>
      <p:guideLst>
        <p:guide orient="horz" pos="3169"/>
        <p:guide pos="2165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815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4138" y="0"/>
            <a:ext cx="297815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09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8338"/>
            <a:ext cx="2978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09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4138" y="9558338"/>
            <a:ext cx="297815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C8EB5CA4-AF71-400F-A287-47E432AFBEB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t" anchorCtr="0" compatLnSpc="1">
            <a:prstTxWarp prst="textNoShape">
              <a:avLst/>
            </a:prstTxWarp>
          </a:bodyPr>
          <a:lstStyle>
            <a:lvl1pPr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2550" y="0"/>
            <a:ext cx="2979738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t" anchorCtr="0" compatLnSpc="1">
            <a:prstTxWarp prst="textNoShape">
              <a:avLst/>
            </a:prstTxWarp>
          </a:bodyPr>
          <a:lstStyle>
            <a:lvl1pPr algn="r"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2788" y="754063"/>
            <a:ext cx="5449887" cy="3775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79963"/>
            <a:ext cx="5499100" cy="452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b" anchorCtr="0" compatLnSpc="1">
            <a:prstTxWarp prst="textNoShape">
              <a:avLst/>
            </a:prstTxWarp>
          </a:bodyPr>
          <a:lstStyle>
            <a:lvl1pPr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2550" y="9558338"/>
            <a:ext cx="29797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689" tIns="46845" rIns="93689" bIns="46845" numCol="1" anchor="b" anchorCtr="0" compatLnSpc="1">
            <a:prstTxWarp prst="textNoShape">
              <a:avLst/>
            </a:prstTxWarp>
          </a:bodyPr>
          <a:lstStyle>
            <a:lvl1pPr algn="r" defTabSz="936625">
              <a:spcBef>
                <a:spcPct val="0"/>
              </a:spcBef>
              <a:defRPr sz="1200" b="0">
                <a:latin typeface="Arial Unicode MS" pitchFamily="34" charset="-120"/>
                <a:ea typeface="新細明體" pitchFamily="18" charset="-120"/>
                <a:cs typeface="Arial Unicode MS" pitchFamily="34" charset="-120"/>
              </a:defRPr>
            </a:lvl1pPr>
          </a:lstStyle>
          <a:p>
            <a:pPr>
              <a:defRPr/>
            </a:pPr>
            <a:fld id="{BD91618F-A865-4FFA-B6B2-58687FD0D1C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Unicode MS" pitchFamily="34" charset="-12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lum bright="-40000"/>
          </a:blip>
          <a:srcRect l="3948" t="11926" r="1304" b="36756"/>
          <a:stretch>
            <a:fillRect/>
          </a:stretch>
        </p:blipFill>
        <p:spPr bwMode="auto">
          <a:xfrm>
            <a:off x="518" y="132"/>
            <a:ext cx="9895406" cy="3033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pic>
        <p:nvPicPr>
          <p:cNvPr id="5" name="Picture 18" descr="InventecLogo_loRes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1263" y="3360738"/>
            <a:ext cx="2960687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2"/>
          <p:cNvSpPr/>
          <p:nvPr userDrawn="1"/>
        </p:nvSpPr>
        <p:spPr>
          <a:xfrm>
            <a:off x="0" y="2973388"/>
            <a:ext cx="9906000" cy="112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3102" name="Rectangle 30"/>
          <p:cNvSpPr>
            <a:spLocks noGrp="1" noChangeArrowheads="1"/>
          </p:cNvSpPr>
          <p:nvPr>
            <p:ph type="ctrTitle" sz="quarter"/>
          </p:nvPr>
        </p:nvSpPr>
        <p:spPr>
          <a:xfrm>
            <a:off x="4940300" y="3940175"/>
            <a:ext cx="4686300" cy="1108075"/>
          </a:xfrm>
          <a:effectLst/>
        </p:spPr>
        <p:txBody>
          <a:bodyPr lIns="91440" tIns="45720" rIns="91440" bIns="45720" anchor="ctr"/>
          <a:lstStyle>
            <a:lvl1pPr>
              <a:defRPr sz="2400">
                <a:solidFill>
                  <a:srgbClr val="1C1C1C"/>
                </a:solidFill>
              </a:defRPr>
            </a:lvl1pPr>
          </a:lstStyle>
          <a:p>
            <a:r>
              <a:rPr lang="en-US" altLang="zh-TW"/>
              <a:t/>
            </a:r>
            <a:br>
              <a:rPr lang="en-US" altLang="zh-TW"/>
            </a:br>
            <a:r>
              <a:rPr lang="en-US" altLang="zh-TW"/>
              <a:t/>
            </a:r>
            <a:br>
              <a:rPr lang="en-US" altLang="zh-TW"/>
            </a:br>
            <a:r>
              <a:rPr lang="en-US" altLang="zh-TW"/>
              <a:t/>
            </a:r>
            <a:br>
              <a:rPr lang="en-US" altLang="zh-TW"/>
            </a:br>
            <a:r>
              <a:rPr lang="zh-TW" altLang="en-US"/>
              <a:t>按一下以編輯母片標題樣式</a:t>
            </a:r>
            <a:br>
              <a:rPr lang="zh-TW" altLang="en-US"/>
            </a:br>
            <a:endParaRPr lang="zh-TW" altLang="en-US"/>
          </a:p>
        </p:txBody>
      </p:sp>
      <p:sp>
        <p:nvSpPr>
          <p:cNvPr id="3107" name="Rectangle 3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945063" y="5065713"/>
            <a:ext cx="4673600" cy="1477962"/>
          </a:xfrm>
          <a:effectLst/>
        </p:spPr>
        <p:txBody>
          <a:bodyPr/>
          <a:lstStyle>
            <a:lvl1pPr marL="0" indent="0">
              <a:buFont typeface="Wingdings" pitchFamily="2" charset="2"/>
              <a:buNone/>
              <a:defRPr sz="1800">
                <a:solidFill>
                  <a:srgbClr val="404040"/>
                </a:solidFill>
              </a:defRPr>
            </a:lvl1pPr>
          </a:lstStyle>
          <a:p>
            <a:r>
              <a:rPr lang="zh-TW" altLang="en-US" dirty="0"/>
              <a:t>按一下以編輯母片副標題樣式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84188" y="1373188"/>
            <a:ext cx="4564062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00650" y="1373188"/>
            <a:ext cx="4564063" cy="48656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445375" y="115888"/>
            <a:ext cx="2322513" cy="6122987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74663" y="115888"/>
            <a:ext cx="6818312" cy="6122987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11430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84188" y="1373188"/>
            <a:ext cx="9280525" cy="4865687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74663" y="115888"/>
            <a:ext cx="9293225" cy="61229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pic>
        <p:nvPicPr>
          <p:cNvPr id="4" name="Picture 5" descr="background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lum bright="-40000"/>
          </a:blip>
          <a:srcRect l="3948" t="11926" r="1304" b="36756"/>
          <a:stretch>
            <a:fillRect/>
          </a:stretch>
        </p:blipFill>
        <p:spPr bwMode="auto">
          <a:xfrm>
            <a:off x="518" y="132"/>
            <a:ext cx="9895406" cy="3033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pic>
        <p:nvPicPr>
          <p:cNvPr id="5" name="Picture 18" descr="InventecLogo_loRes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1263" y="3360738"/>
            <a:ext cx="2960687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2"/>
          <p:cNvSpPr/>
          <p:nvPr userDrawn="1"/>
        </p:nvSpPr>
        <p:spPr>
          <a:xfrm>
            <a:off x="0" y="2973388"/>
            <a:ext cx="9906000" cy="112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>
              <a:solidFill>
                <a:srgbClr val="FFFFFF"/>
              </a:solidFill>
              <a:latin typeface="Arial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4663" y="115888"/>
            <a:ext cx="92932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1"/>
            </a:outerShdw>
          </a:effectLst>
        </p:spPr>
        <p:txBody>
          <a:bodyPr vert="horz" wrap="square" lIns="54000" tIns="54000" rIns="54000" bIns="54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4188" y="1373188"/>
            <a:ext cx="9280525" cy="4865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rgbClr val="B2B2B2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1" name="Rectangle 2"/>
          <p:cNvSpPr/>
          <p:nvPr userDrawn="1"/>
        </p:nvSpPr>
        <p:spPr>
          <a:xfrm>
            <a:off x="0" y="6592888"/>
            <a:ext cx="9906000" cy="2651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rial" charset="0"/>
            </a:endParaRPr>
          </a:p>
        </p:txBody>
      </p:sp>
      <p:sp>
        <p:nvSpPr>
          <p:cNvPr id="12" name="TextBox 5"/>
          <p:cNvSpPr txBox="1"/>
          <p:nvPr userDrawn="1"/>
        </p:nvSpPr>
        <p:spPr>
          <a:xfrm>
            <a:off x="576263" y="6596063"/>
            <a:ext cx="19081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1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Inventec</a:t>
            </a:r>
            <a:r>
              <a:rPr kumimoji="0" lang="en-US" sz="11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Confidential 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672013" y="6626225"/>
            <a:ext cx="893762" cy="23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kumimoji="0" lang="en-US" altLang="zh-TW" sz="1000" b="0">
                <a:latin typeface="Calibri" pitchFamily="34" charset="0"/>
              </a:rPr>
              <a:t>Page </a:t>
            </a:r>
            <a:fld id="{559DDCED-9AC7-444A-B5D3-FD2EFC82AABA}" type="slidenum">
              <a:rPr kumimoji="0" lang="en-US" altLang="zh-TW" sz="1000" b="0">
                <a:latin typeface="Calibri" pitchFamily="34" charset="0"/>
              </a:rPr>
              <a:pPr>
                <a:defRPr/>
              </a:pPr>
              <a:t>‹#›</a:t>
            </a:fld>
            <a:endParaRPr kumimoji="0" lang="en-US" altLang="zh-TW" sz="1000" b="0">
              <a:latin typeface="Calibri" pitchFamily="34" charset="0"/>
            </a:endParaRPr>
          </a:p>
        </p:txBody>
      </p:sp>
      <p:pic>
        <p:nvPicPr>
          <p:cNvPr id="2055" name="Picture 4" descr="InventecLogo_loRes.jp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399463" y="6351588"/>
            <a:ext cx="1316037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3"/>
          <p:cNvSpPr/>
          <p:nvPr userDrawn="1"/>
        </p:nvSpPr>
        <p:spPr bwMode="black">
          <a:xfrm>
            <a:off x="0" y="0"/>
            <a:ext cx="2857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0" lang="zh-TW" altLang="en-US" sz="3600" b="0">
              <a:solidFill>
                <a:schemeClr val="bg1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kumimoji="1" sz="3500" b="1">
          <a:solidFill>
            <a:srgbClr val="3A4886"/>
          </a:solidFill>
          <a:latin typeface="Arial Unicode MS" pitchFamily="34" charset="-120"/>
          <a:ea typeface="Arial Unicode MS" pitchFamily="34" charset="-120"/>
          <a:cs typeface="Arial Unicode MS" pitchFamily="34" charset="-120"/>
        </a:defRPr>
      </a:lvl9pPr>
    </p:titleStyle>
    <p:bodyStyle>
      <a:lvl1pPr marL="361950" indent="-36195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357188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Font typeface="Arial Unicode MS" pitchFamily="34" charset="-120"/>
        <a:buChar char="–"/>
        <a:defRPr kumimoji="1" sz="2400">
          <a:solidFill>
            <a:schemeClr val="tx1"/>
          </a:solidFill>
          <a:latin typeface="+mn-lt"/>
          <a:ea typeface="+mn-ea"/>
          <a:cs typeface="+mn-cs"/>
        </a:defRPr>
      </a:lvl2pPr>
      <a:lvl3pPr marL="1428750" indent="-268288" algn="l" rtl="0" eaLnBrk="0" fontAlgn="base" hangingPunct="0">
        <a:spcBef>
          <a:spcPct val="0"/>
        </a:spcBef>
        <a:spcAft>
          <a:spcPct val="0"/>
        </a:spcAft>
        <a:buSzPct val="65000"/>
        <a:buFont typeface="Wingdings" pitchFamily="2" charset="2"/>
        <a:buChar char="l"/>
        <a:defRPr kumimoji="1" sz="2000" i="1">
          <a:solidFill>
            <a:schemeClr val="tx1"/>
          </a:solidFill>
          <a:latin typeface="+mn-lt"/>
          <a:ea typeface="+mn-ea"/>
          <a:cs typeface="+mn-cs"/>
        </a:defRPr>
      </a:lvl3pPr>
      <a:lvl4pPr marL="1885950" indent="-266700" algn="l" rtl="0" eaLnBrk="0" fontAlgn="base" hangingPunct="0">
        <a:spcBef>
          <a:spcPct val="0"/>
        </a:spcBef>
        <a:spcAft>
          <a:spcPct val="0"/>
        </a:spcAft>
        <a:buClr>
          <a:schemeClr val="tx1"/>
        </a:buClr>
        <a:buFont typeface="Arial Unicode MS" pitchFamily="34" charset="-120"/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427288" indent="-266700" algn="l" rtl="0" eaLnBrk="0" fontAlgn="base" hangingPunct="0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5pPr>
      <a:lvl6pPr marL="28844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6pPr>
      <a:lvl7pPr marL="33416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7pPr>
      <a:lvl8pPr marL="37988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8pPr>
      <a:lvl9pPr marL="4256088" indent="-266700" algn="l" rtl="0" fontAlgn="base">
        <a:spcBef>
          <a:spcPct val="0"/>
        </a:spcBef>
        <a:spcAft>
          <a:spcPct val="0"/>
        </a:spcAft>
        <a:buFont typeface="Arial Unicode MS" pitchFamily="34" charset="-120"/>
        <a:buChar char="»"/>
        <a:defRPr kumimoji="1"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InventecLogo_loRes.jpg"/>
          <p:cNvPicPr>
            <a:picLocks noChangeAspect="1"/>
          </p:cNvPicPr>
          <p:nvPr/>
        </p:nvPicPr>
        <p:blipFill>
          <a:blip r:embed="rId13" cstate="email"/>
          <a:stretch>
            <a:fillRect/>
          </a:stretch>
        </p:blipFill>
        <p:spPr>
          <a:xfrm>
            <a:off x="7760085" y="6248400"/>
            <a:ext cx="1815329" cy="2537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5" descr="background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duotone>
              <a:prstClr val="black"/>
              <a:schemeClr val="bg1">
                <a:lumMod val="75000"/>
                <a:tint val="45000"/>
                <a:satMod val="400000"/>
              </a:schemeClr>
            </a:duotone>
            <a:lum bright="-40000"/>
          </a:blip>
          <a:srcRect l="3948" t="11926" r="1304" b="36756"/>
          <a:stretch>
            <a:fillRect/>
          </a:stretch>
        </p:blipFill>
        <p:spPr bwMode="auto">
          <a:xfrm>
            <a:off x="518" y="132"/>
            <a:ext cx="9895406" cy="30333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sp>
        <p:nvSpPr>
          <p:cNvPr id="2" name="Rectangle 22"/>
          <p:cNvSpPr/>
          <p:nvPr/>
        </p:nvSpPr>
        <p:spPr>
          <a:xfrm>
            <a:off x="0" y="2973388"/>
            <a:ext cx="9906000" cy="1127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>
              <a:solidFill>
                <a:srgbClr val="FFFFFF"/>
              </a:solidFill>
              <a:latin typeface="Arial" charset="0"/>
            </a:endParaRPr>
          </a:p>
        </p:txBody>
      </p:sp>
      <p:sp>
        <p:nvSpPr>
          <p:cNvPr id="5" name="Rectangle 2"/>
          <p:cNvSpPr/>
          <p:nvPr userDrawn="1"/>
        </p:nvSpPr>
        <p:spPr>
          <a:xfrm>
            <a:off x="0" y="6592888"/>
            <a:ext cx="9906000" cy="2651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zh-TW" altLang="en-US" sz="1800" b="0" dirty="0">
              <a:solidFill>
                <a:schemeClr val="tx1">
                  <a:lumMod val="85000"/>
                  <a:lumOff val="15000"/>
                </a:schemeClr>
              </a:solidFill>
              <a:latin typeface="Arial" charset="0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576263" y="6596063"/>
            <a:ext cx="1908175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1100" b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Inventec</a:t>
            </a:r>
            <a:r>
              <a:rPr kumimoji="0" lang="en-US" sz="11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 Confidential </a:t>
            </a:r>
          </a:p>
        </p:txBody>
      </p:sp>
      <p:pic>
        <p:nvPicPr>
          <p:cNvPr id="7" name="Picture 4" descr="InventecLogo_loRes.jp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399463" y="6351588"/>
            <a:ext cx="1316037" cy="41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3"/>
          <p:cNvSpPr/>
          <p:nvPr userDrawn="1"/>
        </p:nvSpPr>
        <p:spPr bwMode="black">
          <a:xfrm>
            <a:off x="0" y="0"/>
            <a:ext cx="28575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kumimoji="0" lang="zh-TW" altLang="en-US" sz="3600" b="0">
              <a:solidFill>
                <a:schemeClr val="bg1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 Unicode MS" pitchFamily="34" charset="-12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86225" y="3959225"/>
            <a:ext cx="5568950" cy="1108075"/>
          </a:xfrm>
          <a:effectLst>
            <a:outerShdw dist="35921" dir="2700000" algn="ctr" rotWithShape="0">
              <a:schemeClr val="bg1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altLang="zh-TW" dirty="0" smtClean="0"/>
              <a:t>ICC </a:t>
            </a:r>
            <a:r>
              <a:rPr lang="en-US" altLang="zh-TW" dirty="0" err="1" smtClean="0"/>
              <a:t>iMES</a:t>
            </a:r>
            <a:r>
              <a:rPr lang="en-US" altLang="zh-TW" dirty="0" smtClean="0"/>
              <a:t> Plan </a:t>
            </a:r>
            <a:endParaRPr lang="zh-TW" altLang="en-US" dirty="0" smtClean="0">
              <a:ea typeface="SimSun" pitchFamily="2" charset="-122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391275" y="4789488"/>
            <a:ext cx="1390650" cy="325437"/>
          </a:xfrm>
          <a:effectLst>
            <a:outerShdw dist="17961" dir="2700000" algn="ctr" rotWithShape="0">
              <a:srgbClr val="B2B2B2">
                <a:alpha val="50000"/>
              </a:srgb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ea typeface="SimSun" pitchFamily="2" charset="-122"/>
              </a:rPr>
              <a:t>2011/08/26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ICC IMES Deploy Schedule 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550862"/>
          </a:xfrm>
        </p:spPr>
        <p:txBody>
          <a:bodyPr/>
          <a:lstStyle/>
          <a:p>
            <a:r>
              <a:rPr lang="en-US" altLang="zh-TW" dirty="0" smtClean="0"/>
              <a:t>Preparation Check Item –Infrastructure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847726"/>
            <a:ext cx="9280525" cy="5391150"/>
          </a:xfrm>
        </p:spPr>
        <p:txBody>
          <a:bodyPr/>
          <a:lstStyle/>
          <a:p>
            <a:r>
              <a:rPr lang="en-US" altLang="zh-TW" sz="1800" dirty="0" smtClean="0"/>
              <a:t>AP Server </a:t>
            </a:r>
            <a:r>
              <a:rPr lang="zh-TW" altLang="en-US" sz="1800" dirty="0" smtClean="0"/>
              <a:t>加入</a:t>
            </a:r>
            <a:r>
              <a:rPr lang="en-US" altLang="zh-TW" sz="1800" dirty="0" smtClean="0"/>
              <a:t>FIS</a:t>
            </a:r>
            <a:r>
              <a:rPr lang="zh-TW" altLang="en-US" sz="1800" dirty="0" smtClean="0"/>
              <a:t>或</a:t>
            </a:r>
            <a:r>
              <a:rPr lang="en-US" altLang="zh-TW" sz="1800" dirty="0" smtClean="0"/>
              <a:t>OA </a:t>
            </a:r>
            <a:r>
              <a:rPr lang="zh-TW" altLang="en-US" sz="1800" dirty="0" smtClean="0"/>
              <a:t>域</a:t>
            </a:r>
            <a:r>
              <a:rPr lang="en-US" altLang="zh-TW" sz="1800" dirty="0" smtClean="0"/>
              <a:t>?</a:t>
            </a:r>
          </a:p>
          <a:p>
            <a:pPr lvl="1"/>
            <a:r>
              <a:rPr lang="zh-TW" altLang="en-US" sz="1400" dirty="0" smtClean="0"/>
              <a:t>加</a:t>
            </a:r>
            <a:r>
              <a:rPr lang="en-US" altLang="zh-TW" sz="1400" dirty="0" smtClean="0"/>
              <a:t>FIS</a:t>
            </a:r>
            <a:r>
              <a:rPr lang="zh-TW" altLang="en-US" sz="1400" dirty="0" smtClean="0"/>
              <a:t> 域</a:t>
            </a:r>
            <a:endParaRPr lang="en-US" altLang="zh-TW" sz="1400" dirty="0" smtClean="0"/>
          </a:p>
          <a:p>
            <a:pPr lvl="1"/>
            <a:r>
              <a:rPr lang="en-US" altLang="zh-TW" sz="1400" dirty="0" err="1" smtClean="0"/>
              <a:t>ImportUser</a:t>
            </a:r>
            <a:r>
              <a:rPr lang="en-US" altLang="zh-TW" sz="1400" dirty="0" smtClean="0"/>
              <a:t>  can’t  import IES/ICCXXXX account ? </a:t>
            </a:r>
          </a:p>
          <a:p>
            <a:pPr lvl="1"/>
            <a:r>
              <a:rPr lang="zh-TW" altLang="en-US" sz="1400" dirty="0" smtClean="0"/>
              <a:t>要</a:t>
            </a:r>
            <a:r>
              <a:rPr lang="zh-TW" altLang="en-US" sz="1400" dirty="0" smtClean="0"/>
              <a:t>建</a:t>
            </a:r>
            <a:r>
              <a:rPr lang="en-US" altLang="zh-TW" sz="1400" dirty="0" smtClean="0"/>
              <a:t>Local </a:t>
            </a:r>
            <a:r>
              <a:rPr lang="zh-TW" altLang="en-US" sz="1400" dirty="0" smtClean="0"/>
              <a:t>帳</a:t>
            </a:r>
            <a:r>
              <a:rPr lang="en-US" altLang="zh-TW" sz="1400" dirty="0" smtClean="0"/>
              <a:t>, update Account table </a:t>
            </a:r>
            <a:r>
              <a:rPr lang="zh-TW" altLang="en-US" sz="1400" dirty="0" smtClean="0"/>
              <a:t>，預設密碼</a:t>
            </a:r>
            <a:r>
              <a:rPr lang="en-US" altLang="zh-TW" sz="1400" dirty="0" smtClean="0"/>
              <a:t>:123456</a:t>
            </a:r>
          </a:p>
          <a:p>
            <a:pPr lvl="1"/>
            <a:r>
              <a:rPr lang="en-US" altLang="zh-TW" sz="1400" dirty="0" smtClean="0"/>
              <a:t>Label Template Editor</a:t>
            </a:r>
          </a:p>
          <a:p>
            <a:pPr lvl="2"/>
            <a:r>
              <a:rPr lang="zh-TW" altLang="en-US" sz="1000" dirty="0" smtClean="0"/>
              <a:t>提示</a:t>
            </a:r>
            <a:r>
              <a:rPr lang="zh-TW" altLang="en-US" sz="1000" dirty="0" smtClean="0"/>
              <a:t>輸入</a:t>
            </a:r>
            <a:r>
              <a:rPr lang="en-US" altLang="zh-TW" sz="1000" dirty="0" smtClean="0"/>
              <a:t>user password</a:t>
            </a:r>
          </a:p>
          <a:p>
            <a:pPr lvl="2"/>
            <a:r>
              <a:rPr lang="en-US" altLang="zh-TW" sz="1000" dirty="0" smtClean="0"/>
              <a:t>IE need change configure</a:t>
            </a:r>
          </a:p>
          <a:p>
            <a:r>
              <a:rPr lang="zh-TW" altLang="en-US" sz="1800" dirty="0" smtClean="0"/>
              <a:t>測試環境  </a:t>
            </a:r>
            <a:r>
              <a:rPr lang="en-US" altLang="zh-TW" sz="1800" dirty="0" smtClean="0"/>
              <a:t>--  ok</a:t>
            </a:r>
          </a:p>
          <a:p>
            <a:pPr lvl="1"/>
            <a:r>
              <a:rPr lang="en-US" altLang="zh-TW" sz="1600" dirty="0" smtClean="0"/>
              <a:t>DB</a:t>
            </a:r>
            <a:r>
              <a:rPr lang="zh-TW" altLang="en-US" sz="1600" dirty="0" smtClean="0"/>
              <a:t> </a:t>
            </a:r>
            <a:r>
              <a:rPr lang="en-US" altLang="zh-TW" sz="1600" dirty="0" smtClean="0"/>
              <a:t>/</a:t>
            </a:r>
            <a:r>
              <a:rPr lang="en-US" altLang="zh-TW" sz="1600" dirty="0" smtClean="0"/>
              <a:t>AP               </a:t>
            </a:r>
          </a:p>
          <a:p>
            <a:pPr lvl="1"/>
            <a:r>
              <a:rPr lang="en-US" altLang="zh-TW" sz="1600" dirty="0" smtClean="0"/>
              <a:t>Edits server   -- IEC Lee, Frank/</a:t>
            </a:r>
            <a:r>
              <a:rPr lang="zh-TW" altLang="en-US" sz="1600" dirty="0" smtClean="0"/>
              <a:t>家有</a:t>
            </a:r>
            <a:endParaRPr lang="en-US" altLang="zh-TW" sz="1600" dirty="0" smtClean="0"/>
          </a:p>
          <a:p>
            <a:pPr lvl="2"/>
            <a:r>
              <a:rPr lang="en-US" altLang="zh-TW" sz="1200" dirty="0" smtClean="0"/>
              <a:t>SumatraPDF.exe /</a:t>
            </a:r>
            <a:r>
              <a:rPr lang="en-US" altLang="zh-TW" sz="1200" dirty="0" smtClean="0"/>
              <a:t>PrintPDF.js/PrintPDF.bat</a:t>
            </a:r>
          </a:p>
          <a:p>
            <a:r>
              <a:rPr lang="zh-TW" altLang="en-US" sz="1800" dirty="0" smtClean="0"/>
              <a:t> 產</a:t>
            </a:r>
            <a:r>
              <a:rPr lang="zh-TW" altLang="en-US" sz="1800" dirty="0" smtClean="0"/>
              <a:t>線</a:t>
            </a:r>
            <a:r>
              <a:rPr lang="zh-TW" altLang="en-US" sz="1800" dirty="0" smtClean="0"/>
              <a:t>環境   </a:t>
            </a:r>
            <a:r>
              <a:rPr lang="en-US" altLang="zh-TW" sz="1800" dirty="0" smtClean="0"/>
              <a:t>-- </a:t>
            </a:r>
            <a:r>
              <a:rPr lang="zh-TW" altLang="en-US" sz="1800" dirty="0" smtClean="0"/>
              <a:t>安排時間先搬</a:t>
            </a:r>
            <a:r>
              <a:rPr lang="en-US" altLang="zh-TW" sz="1800" dirty="0" smtClean="0"/>
              <a:t>FIS DB,</a:t>
            </a:r>
            <a:r>
              <a:rPr lang="zh-TW" altLang="en-US" sz="1800" dirty="0" smtClean="0"/>
              <a:t>在整理</a:t>
            </a:r>
            <a:r>
              <a:rPr lang="en-US" altLang="zh-TW" sz="1800" dirty="0" smtClean="0"/>
              <a:t>DB</a:t>
            </a:r>
            <a:r>
              <a:rPr lang="zh-TW" altLang="en-US" sz="1800" dirty="0" smtClean="0"/>
              <a:t> </a:t>
            </a:r>
            <a:r>
              <a:rPr lang="en-US" altLang="zh-TW" sz="1800" dirty="0" smtClean="0"/>
              <a:t>Server</a:t>
            </a:r>
          </a:p>
          <a:p>
            <a:pPr lvl="1"/>
            <a:r>
              <a:rPr lang="en-US" altLang="zh-TW" sz="1600" dirty="0" smtClean="0"/>
              <a:t>DB Cluster</a:t>
            </a:r>
          </a:p>
          <a:p>
            <a:pPr lvl="2"/>
            <a:r>
              <a:rPr lang="en-US" altLang="zh-TW" sz="1200" dirty="0" smtClean="0"/>
              <a:t>SAN  storage </a:t>
            </a:r>
            <a:r>
              <a:rPr lang="zh-TW" altLang="en-US" sz="1200" dirty="0" smtClean="0"/>
              <a:t>重新分割 </a:t>
            </a:r>
            <a:r>
              <a:rPr lang="en-US" altLang="zh-TW" sz="1200" dirty="0" err="1" smtClean="0"/>
              <a:t>Qry</a:t>
            </a:r>
            <a:r>
              <a:rPr lang="en-US" altLang="zh-TW" sz="1200" dirty="0" smtClean="0"/>
              <a:t> </a:t>
            </a:r>
            <a:r>
              <a:rPr lang="en-US" altLang="zh-TW" sz="1200" dirty="0" err="1" smtClean="0"/>
              <a:t>Lun</a:t>
            </a:r>
            <a:endParaRPr lang="en-US" altLang="zh-TW" sz="1200" dirty="0" smtClean="0"/>
          </a:p>
          <a:p>
            <a:pPr lvl="3"/>
            <a:r>
              <a:rPr lang="en-US" altLang="zh-TW" sz="1200" dirty="0" err="1" smtClean="0"/>
              <a:t>SQL_Init</a:t>
            </a:r>
            <a:r>
              <a:rPr lang="en-US" altLang="zh-TW" sz="1200" dirty="0" smtClean="0"/>
              <a:t> 30G/</a:t>
            </a:r>
            <a:r>
              <a:rPr lang="en-US" altLang="zh-TW" sz="1200" dirty="0" err="1" smtClean="0"/>
              <a:t>SQL_Data_ldf</a:t>
            </a:r>
            <a:r>
              <a:rPr lang="en-US" altLang="zh-TW" sz="1200" dirty="0" smtClean="0"/>
              <a:t> (100G)/</a:t>
            </a:r>
            <a:r>
              <a:rPr lang="en-US" altLang="zh-TW" sz="1200" dirty="0" err="1" smtClean="0"/>
              <a:t>SQL_Data_ndf</a:t>
            </a:r>
            <a:r>
              <a:rPr lang="en-US" altLang="zh-TW" sz="1200" dirty="0" smtClean="0"/>
              <a:t>(500G)/</a:t>
            </a:r>
            <a:r>
              <a:rPr lang="en-US" altLang="zh-TW" sz="1200" dirty="0" err="1" smtClean="0"/>
              <a:t>SQL_Backup</a:t>
            </a:r>
            <a:r>
              <a:rPr lang="en-US" altLang="zh-TW" sz="1200" dirty="0" smtClean="0"/>
              <a:t>(350G)</a:t>
            </a:r>
          </a:p>
          <a:p>
            <a:pPr lvl="1"/>
            <a:r>
              <a:rPr lang="en-US" altLang="zh-TW" sz="1600" dirty="0" smtClean="0"/>
              <a:t>AP NLB</a:t>
            </a:r>
          </a:p>
          <a:p>
            <a:pPr lvl="1"/>
            <a:r>
              <a:rPr lang="en-US" altLang="zh-TW" sz="1600" dirty="0" smtClean="0"/>
              <a:t>Backup DB</a:t>
            </a:r>
          </a:p>
          <a:p>
            <a:pPr lvl="1"/>
            <a:r>
              <a:rPr lang="en-US" altLang="zh-TW" sz="1600" dirty="0" smtClean="0"/>
              <a:t>Report DB</a:t>
            </a:r>
          </a:p>
          <a:p>
            <a:pPr lvl="1"/>
            <a:endParaRPr lang="en-US" altLang="zh-TW" sz="1600" dirty="0" smtClean="0"/>
          </a:p>
          <a:p>
            <a:r>
              <a:rPr lang="zh-TW" altLang="en-US" sz="1800" dirty="0" smtClean="0"/>
              <a:t>管理</a:t>
            </a:r>
            <a:r>
              <a:rPr lang="zh-TW" altLang="en-US" sz="1800" dirty="0" smtClean="0"/>
              <a:t>環境 </a:t>
            </a:r>
            <a:r>
              <a:rPr lang="en-US" altLang="zh-TW" sz="1800" dirty="0" smtClean="0"/>
              <a:t>-- </a:t>
            </a:r>
          </a:p>
          <a:p>
            <a:pPr lvl="1"/>
            <a:r>
              <a:rPr lang="en-US" altLang="zh-TW" sz="1600" dirty="0" smtClean="0"/>
              <a:t>Mantis/SVN  system</a:t>
            </a:r>
            <a:endParaRPr lang="en-US" altLang="zh-TW" sz="1600" dirty="0" smtClean="0"/>
          </a:p>
          <a:p>
            <a:pPr lvl="1"/>
            <a:endParaRPr lang="zh-TW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655637"/>
          </a:xfrm>
        </p:spPr>
        <p:txBody>
          <a:bodyPr/>
          <a:lstStyle/>
          <a:p>
            <a:r>
              <a:rPr lang="en-US" altLang="zh-TW" dirty="0" smtClean="0"/>
              <a:t>Preparation Check Item </a:t>
            </a:r>
            <a:r>
              <a:rPr lang="en-US" altLang="zh-TW" dirty="0" smtClean="0"/>
              <a:t>– Installation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762000"/>
            <a:ext cx="9280525" cy="5476875"/>
          </a:xfrm>
        </p:spPr>
        <p:txBody>
          <a:bodyPr/>
          <a:lstStyle/>
          <a:p>
            <a:r>
              <a:rPr lang="zh-TW" altLang="en-US" sz="2000" dirty="0" smtClean="0"/>
              <a:t>測試環境</a:t>
            </a:r>
            <a:endParaRPr lang="en-US" altLang="zh-TW" sz="2000" dirty="0" smtClean="0"/>
          </a:p>
          <a:p>
            <a:pPr lvl="1"/>
            <a:r>
              <a:rPr lang="en-US" altLang="zh-TW" sz="1600" dirty="0" smtClean="0"/>
              <a:t>DB Schema </a:t>
            </a:r>
            <a:r>
              <a:rPr lang="zh-TW" altLang="en-US" sz="1600" dirty="0" smtClean="0"/>
              <a:t>建置</a:t>
            </a:r>
            <a:endParaRPr lang="en-US" altLang="zh-TW" sz="1600" dirty="0" smtClean="0"/>
          </a:p>
          <a:p>
            <a:pPr lvl="2"/>
            <a:r>
              <a:rPr lang="en-US" altLang="zh-TW" sz="1200" dirty="0" smtClean="0"/>
              <a:t>HPIMES</a:t>
            </a:r>
          </a:p>
          <a:p>
            <a:pPr lvl="2"/>
            <a:r>
              <a:rPr lang="en-US" altLang="zh-TW" sz="1200" dirty="0" smtClean="0"/>
              <a:t>HPEDI</a:t>
            </a:r>
          </a:p>
          <a:p>
            <a:pPr lvl="2"/>
            <a:r>
              <a:rPr lang="en-US" altLang="zh-TW" sz="1200" dirty="0" err="1" smtClean="0"/>
              <a:t>HPDocking</a:t>
            </a:r>
            <a:endParaRPr lang="en-US" altLang="zh-TW" sz="1200" dirty="0" smtClean="0"/>
          </a:p>
          <a:p>
            <a:pPr lvl="2"/>
            <a:r>
              <a:rPr lang="en-US" altLang="zh-TW" sz="1200" dirty="0" err="1" smtClean="0"/>
              <a:t>GetData</a:t>
            </a:r>
            <a:endParaRPr lang="en-US" altLang="zh-TW" sz="1200" dirty="0" smtClean="0"/>
          </a:p>
          <a:p>
            <a:pPr lvl="2"/>
            <a:r>
              <a:rPr lang="en-US" altLang="zh-TW" sz="1200" dirty="0" smtClean="0"/>
              <a:t>RBPC4Net</a:t>
            </a:r>
          </a:p>
          <a:p>
            <a:pPr lvl="2"/>
            <a:r>
              <a:rPr lang="en-US" altLang="zh-TW" sz="1200" dirty="0" err="1" smtClean="0"/>
              <a:t>LabelTemplateDB</a:t>
            </a:r>
            <a:endParaRPr lang="en-US" altLang="zh-TW" sz="1200" dirty="0" smtClean="0"/>
          </a:p>
          <a:p>
            <a:pPr lvl="1"/>
            <a:r>
              <a:rPr lang="en-US" altLang="zh-TW" sz="1600" dirty="0" err="1" smtClean="0"/>
              <a:t>GetData</a:t>
            </a:r>
            <a:r>
              <a:rPr lang="en-US" altLang="zh-TW" sz="1600" dirty="0" smtClean="0"/>
              <a:t> DB </a:t>
            </a:r>
            <a:r>
              <a:rPr lang="en-US" altLang="zh-TW" sz="1600" dirty="0" smtClean="0"/>
              <a:t>Replicate Production </a:t>
            </a:r>
            <a:r>
              <a:rPr lang="en-US" altLang="zh-TW" sz="1600" dirty="0" smtClean="0"/>
              <a:t>BOM</a:t>
            </a:r>
          </a:p>
          <a:p>
            <a:pPr lvl="2"/>
            <a:r>
              <a:rPr lang="en-US" altLang="zh-TW" sz="1200" dirty="0" smtClean="0"/>
              <a:t>After replication completed need build trigger</a:t>
            </a:r>
          </a:p>
          <a:p>
            <a:pPr lvl="1"/>
            <a:r>
              <a:rPr lang="en-US" altLang="zh-TW" sz="1600" dirty="0" smtClean="0"/>
              <a:t>AP </a:t>
            </a:r>
            <a:r>
              <a:rPr lang="en-US" altLang="zh-TW" sz="1600" dirty="0" err="1" smtClean="0"/>
              <a:t>iMES</a:t>
            </a:r>
            <a:r>
              <a:rPr lang="en-US" altLang="zh-TW" sz="1600" dirty="0" smtClean="0"/>
              <a:t> Install</a:t>
            </a:r>
          </a:p>
          <a:p>
            <a:pPr lvl="2"/>
            <a:r>
              <a:rPr lang="en-US" altLang="zh-TW" sz="1200" dirty="0" smtClean="0"/>
              <a:t>RBPC</a:t>
            </a:r>
          </a:p>
          <a:p>
            <a:pPr lvl="2"/>
            <a:r>
              <a:rPr lang="en-US" altLang="zh-TW" sz="1200" dirty="0" err="1" smtClean="0"/>
              <a:t>LabelTemplate</a:t>
            </a:r>
            <a:endParaRPr lang="en-US" altLang="zh-TW" sz="1200" dirty="0" smtClean="0"/>
          </a:p>
          <a:p>
            <a:pPr lvl="2"/>
            <a:r>
              <a:rPr lang="en-US" altLang="zh-TW" sz="1200" dirty="0" smtClean="0"/>
              <a:t>SA/FA/PAK/RCTO/Docking</a:t>
            </a:r>
          </a:p>
          <a:p>
            <a:pPr lvl="2"/>
            <a:r>
              <a:rPr lang="en-US" altLang="zh-TW" sz="1200" dirty="0" smtClean="0"/>
              <a:t>Portal Web </a:t>
            </a:r>
          </a:p>
          <a:p>
            <a:pPr lvl="1"/>
            <a:r>
              <a:rPr lang="en-US" altLang="zh-TW" sz="1600" dirty="0" smtClean="0"/>
              <a:t>Edits Install</a:t>
            </a:r>
            <a:endParaRPr lang="en-US" altLang="zh-TW" sz="1600" dirty="0" smtClean="0"/>
          </a:p>
          <a:p>
            <a:pPr lvl="1"/>
            <a:endParaRPr lang="en-US" altLang="zh-TW" sz="1600" dirty="0" smtClean="0"/>
          </a:p>
          <a:p>
            <a:r>
              <a:rPr lang="zh-TW" altLang="en-US" sz="2000" dirty="0" smtClean="0"/>
              <a:t>產</a:t>
            </a:r>
            <a:r>
              <a:rPr lang="zh-TW" altLang="en-US" sz="2000" dirty="0" smtClean="0"/>
              <a:t>線環境</a:t>
            </a:r>
            <a:endParaRPr lang="en-US" altLang="zh-TW" sz="2000" dirty="0" smtClean="0"/>
          </a:p>
          <a:p>
            <a:pPr lvl="1"/>
            <a:r>
              <a:rPr lang="en-US" altLang="zh-TW" sz="1600" dirty="0" smtClean="0"/>
              <a:t>DB Cluster failover </a:t>
            </a:r>
            <a:r>
              <a:rPr lang="zh-TW" altLang="en-US" sz="1600" dirty="0" smtClean="0"/>
              <a:t>測試</a:t>
            </a:r>
            <a:endParaRPr lang="en-US" altLang="zh-TW" sz="1600" dirty="0" smtClean="0"/>
          </a:p>
          <a:p>
            <a:pPr lvl="1"/>
            <a:r>
              <a:rPr lang="en-US" altLang="zh-TW" sz="1600" dirty="0" smtClean="0"/>
              <a:t>Cluster MSDTC</a:t>
            </a:r>
            <a:r>
              <a:rPr lang="zh-TW" altLang="en-US" sz="1600" dirty="0" smtClean="0"/>
              <a:t>測試</a:t>
            </a:r>
            <a:endParaRPr lang="en-US" altLang="zh-TW" sz="1600" dirty="0" smtClean="0"/>
          </a:p>
          <a:p>
            <a:pPr lvl="1"/>
            <a:r>
              <a:rPr lang="en-US" altLang="zh-TW" sz="1600" dirty="0" smtClean="0"/>
              <a:t>DB Schema </a:t>
            </a:r>
            <a:r>
              <a:rPr lang="zh-TW" altLang="en-US" sz="1600" dirty="0" smtClean="0"/>
              <a:t>建置</a:t>
            </a:r>
            <a:endParaRPr lang="en-US" altLang="zh-TW" sz="1600" dirty="0" smtClean="0"/>
          </a:p>
          <a:p>
            <a:pPr lvl="1"/>
            <a:r>
              <a:rPr lang="en-US" altLang="zh-TW" sz="1600" dirty="0" err="1" smtClean="0"/>
              <a:t>iMES</a:t>
            </a:r>
            <a:r>
              <a:rPr lang="en-US" altLang="zh-TW" sz="1600" dirty="0" smtClean="0"/>
              <a:t> installation</a:t>
            </a:r>
          </a:p>
          <a:p>
            <a:pPr lvl="1"/>
            <a:r>
              <a:rPr lang="en-US" altLang="zh-TW" sz="1600" dirty="0" smtClean="0"/>
              <a:t>Edits installation</a:t>
            </a:r>
            <a:endParaRPr lang="zh-TW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693737"/>
          </a:xfrm>
        </p:spPr>
        <p:txBody>
          <a:bodyPr/>
          <a:lstStyle/>
          <a:p>
            <a:r>
              <a:rPr lang="en-US" altLang="zh-TW" dirty="0" smtClean="0"/>
              <a:t>Preparation Check Item – </a:t>
            </a:r>
            <a:r>
              <a:rPr lang="en-US" altLang="zh-TW" dirty="0" smtClean="0"/>
              <a:t>Business Logical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866776"/>
            <a:ext cx="9280525" cy="5372100"/>
          </a:xfrm>
        </p:spPr>
        <p:txBody>
          <a:bodyPr/>
          <a:lstStyle/>
          <a:p>
            <a:r>
              <a:rPr lang="en-US" altLang="zh-TW" sz="1800" dirty="0" smtClean="0"/>
              <a:t>Confirm SA/FA/PAK Process flow</a:t>
            </a:r>
          </a:p>
          <a:p>
            <a:r>
              <a:rPr lang="zh-TW" altLang="en-US" sz="1800" dirty="0" smtClean="0"/>
              <a:t>轉</a:t>
            </a:r>
            <a:r>
              <a:rPr lang="zh-TW" altLang="en-US" sz="1800" dirty="0" smtClean="0"/>
              <a:t>資料</a:t>
            </a:r>
            <a:r>
              <a:rPr lang="en-US" altLang="zh-TW" sz="1800" dirty="0" smtClean="0"/>
              <a:t>SP</a:t>
            </a:r>
          </a:p>
          <a:p>
            <a:pPr lvl="1"/>
            <a:r>
              <a:rPr lang="zh-TW" altLang="en-US" sz="1400" dirty="0" smtClean="0"/>
              <a:t>設置資料</a:t>
            </a:r>
            <a:endParaRPr lang="en-US" altLang="zh-TW" sz="1400" dirty="0" smtClean="0"/>
          </a:p>
          <a:p>
            <a:pPr lvl="1"/>
            <a:r>
              <a:rPr lang="zh-TW" altLang="en-US" sz="1400" dirty="0" smtClean="0"/>
              <a:t>資料</a:t>
            </a:r>
            <a:endParaRPr lang="en-US" altLang="zh-TW" sz="1400" dirty="0" smtClean="0"/>
          </a:p>
          <a:p>
            <a:r>
              <a:rPr lang="zh-TW" altLang="en-US" sz="1800" dirty="0" smtClean="0"/>
              <a:t>標籤</a:t>
            </a:r>
            <a:r>
              <a:rPr lang="zh-TW" altLang="en-US" sz="1800" dirty="0" smtClean="0"/>
              <a:t>格式內容</a:t>
            </a:r>
            <a:endParaRPr lang="en-US" altLang="zh-TW" sz="1800" dirty="0" smtClean="0"/>
          </a:p>
          <a:p>
            <a:r>
              <a:rPr lang="zh-TW" altLang="en-US" sz="1800" dirty="0" smtClean="0"/>
              <a:t>編碼規則</a:t>
            </a:r>
            <a:endParaRPr lang="en-US" altLang="zh-TW" sz="1800" dirty="0" smtClean="0"/>
          </a:p>
          <a:p>
            <a:r>
              <a:rPr lang="en-US" altLang="zh-TW" sz="1800" dirty="0" smtClean="0"/>
              <a:t> SMT</a:t>
            </a:r>
          </a:p>
          <a:p>
            <a:pPr lvl="1"/>
            <a:r>
              <a:rPr lang="en-US" altLang="zh-TW" sz="1400" dirty="0" smtClean="0"/>
              <a:t> </a:t>
            </a:r>
            <a:r>
              <a:rPr lang="en-US" altLang="zh-TW" sz="1400" dirty="0" smtClean="0"/>
              <a:t>SMT MO </a:t>
            </a:r>
            <a:r>
              <a:rPr lang="zh-TW" altLang="en-US" sz="1400" dirty="0" smtClean="0"/>
              <a:t>管控</a:t>
            </a:r>
            <a:r>
              <a:rPr lang="en-US" altLang="zh-TW" sz="1400" dirty="0" smtClean="0"/>
              <a:t>(CQ </a:t>
            </a:r>
            <a:r>
              <a:rPr lang="zh-TW" altLang="en-US" sz="1400" dirty="0" smtClean="0"/>
              <a:t>无</a:t>
            </a:r>
            <a:r>
              <a:rPr lang="en-US" altLang="zh-TW" sz="1400" dirty="0" smtClean="0"/>
              <a:t>)</a:t>
            </a:r>
          </a:p>
          <a:p>
            <a:r>
              <a:rPr lang="en-US" altLang="zh-TW" sz="1800" dirty="0" smtClean="0"/>
              <a:t>PCA </a:t>
            </a:r>
            <a:r>
              <a:rPr lang="zh-TW" altLang="en-US" sz="1800" dirty="0" smtClean="0"/>
              <a:t> </a:t>
            </a:r>
            <a:r>
              <a:rPr lang="zh-TW" altLang="en-US" sz="1800" smtClean="0"/>
              <a:t> </a:t>
            </a:r>
            <a:r>
              <a:rPr lang="en-US" altLang="zh-TW" sz="1800" smtClean="0"/>
              <a:t>-- Vic   </a:t>
            </a:r>
            <a:r>
              <a:rPr lang="zh-TW" altLang="en-US" sz="1800" dirty="0" smtClean="0"/>
              <a:t> </a:t>
            </a:r>
            <a:r>
              <a:rPr lang="zh-TW" altLang="en-US" sz="1800" dirty="0" smtClean="0"/>
              <a:t>       </a:t>
            </a:r>
          </a:p>
          <a:p>
            <a:pPr lvl="1"/>
            <a:r>
              <a:rPr lang="en-US" altLang="zh-TW" sz="1400" dirty="0" smtClean="0"/>
              <a:t>QC </a:t>
            </a:r>
            <a:r>
              <a:rPr lang="zh-TW" altLang="en-US" sz="1400" dirty="0" smtClean="0"/>
              <a:t>流程（</a:t>
            </a:r>
            <a:r>
              <a:rPr lang="en-US" altLang="zh-TW" sz="1400" dirty="0" smtClean="0"/>
              <a:t>15</a:t>
            </a:r>
            <a:r>
              <a:rPr lang="zh-TW" altLang="en-US" sz="1400" dirty="0" smtClean="0"/>
              <a:t>站完成后，送给</a:t>
            </a:r>
            <a:r>
              <a:rPr lang="en-US" altLang="zh-TW" sz="1400" dirty="0" smtClean="0"/>
              <a:t>QC</a:t>
            </a:r>
            <a:r>
              <a:rPr lang="zh-TW" altLang="en-US" sz="1400" dirty="0" smtClean="0"/>
              <a:t>验机器，并记录。</a:t>
            </a:r>
            <a:r>
              <a:rPr lang="en-US" altLang="zh-TW" sz="1400" dirty="0" smtClean="0"/>
              <a:t>IMES </a:t>
            </a:r>
            <a:r>
              <a:rPr lang="zh-TW" altLang="en-US" sz="1400" dirty="0" smtClean="0"/>
              <a:t>系统有组</a:t>
            </a:r>
            <a:r>
              <a:rPr lang="en-US" altLang="zh-TW" sz="1400" dirty="0" smtClean="0"/>
              <a:t>LOT</a:t>
            </a:r>
            <a:r>
              <a:rPr lang="zh-TW" altLang="en-US" sz="1400" dirty="0" smtClean="0"/>
              <a:t>一系列流程）</a:t>
            </a:r>
          </a:p>
          <a:p>
            <a:pPr lvl="1"/>
            <a:r>
              <a:rPr lang="en-US" altLang="zh-TW" sz="1400" dirty="0" smtClean="0"/>
              <a:t>CQ</a:t>
            </a:r>
            <a:r>
              <a:rPr lang="zh-TW" altLang="en-US" sz="1400" dirty="0" smtClean="0"/>
              <a:t>无 </a:t>
            </a:r>
            <a:r>
              <a:rPr lang="en-US" altLang="zh-TW" sz="1400" dirty="0" smtClean="0"/>
              <a:t>PCA </a:t>
            </a:r>
            <a:r>
              <a:rPr lang="en-US" altLang="zh-TW" sz="1400" dirty="0" smtClean="0"/>
              <a:t>Cosmetics </a:t>
            </a:r>
            <a:r>
              <a:rPr lang="zh-TW" altLang="en-US" sz="1400" dirty="0" smtClean="0"/>
              <a:t>站别（</a:t>
            </a:r>
            <a:r>
              <a:rPr lang="en-US" altLang="zh-TW" sz="1400" dirty="0" smtClean="0"/>
              <a:t>IMES</a:t>
            </a:r>
            <a:r>
              <a:rPr lang="zh-TW" altLang="en-US" sz="1400" dirty="0" smtClean="0"/>
              <a:t>流程图上有此功能）</a:t>
            </a:r>
          </a:p>
          <a:p>
            <a:r>
              <a:rPr lang="en-US" altLang="zh-TW" sz="1800" dirty="0" smtClean="0"/>
              <a:t>FA      -- Frank</a:t>
            </a:r>
          </a:p>
          <a:p>
            <a:pPr lvl="1"/>
            <a:r>
              <a:rPr lang="zh-TW" altLang="en-US" sz="1400" dirty="0" smtClean="0"/>
              <a:t>收集</a:t>
            </a:r>
            <a:r>
              <a:rPr lang="en-US" altLang="zh-TW" sz="1400" dirty="0" smtClean="0"/>
              <a:t>Thermal </a:t>
            </a:r>
            <a:r>
              <a:rPr lang="zh-TW" altLang="en-US" sz="1400" dirty="0" smtClean="0"/>
              <a:t>在</a:t>
            </a:r>
            <a:r>
              <a:rPr lang="en-US" altLang="zh-TW" sz="1400" dirty="0" smtClean="0"/>
              <a:t>MB input </a:t>
            </a:r>
            <a:r>
              <a:rPr lang="zh-TW" altLang="en-US" sz="1400" dirty="0" smtClean="0"/>
              <a:t>站（</a:t>
            </a:r>
            <a:r>
              <a:rPr lang="en-US" altLang="zh-TW" sz="1400" dirty="0" smtClean="0"/>
              <a:t>IMES </a:t>
            </a:r>
            <a:r>
              <a:rPr lang="zh-TW" altLang="en-US" sz="1400" dirty="0" smtClean="0"/>
              <a:t>独立站）</a:t>
            </a:r>
          </a:p>
          <a:p>
            <a:pPr lvl="1"/>
            <a:r>
              <a:rPr lang="zh-TW" altLang="en-US" sz="1400" dirty="0" smtClean="0"/>
              <a:t> </a:t>
            </a:r>
            <a:r>
              <a:rPr lang="en-US" altLang="zh-TW" sz="1400" dirty="0" smtClean="0"/>
              <a:t>CQ : Image </a:t>
            </a:r>
            <a:r>
              <a:rPr lang="zh-TW" altLang="en-US" sz="1400" dirty="0" smtClean="0"/>
              <a:t>先</a:t>
            </a:r>
            <a:r>
              <a:rPr lang="en-US" altLang="zh-TW" sz="1400" dirty="0" smtClean="0"/>
              <a:t>down ---&gt;RUN in</a:t>
            </a:r>
          </a:p>
          <a:p>
            <a:pPr lvl="1"/>
            <a:r>
              <a:rPr lang="en-US" altLang="zh-TW" sz="1400" dirty="0" smtClean="0"/>
              <a:t> </a:t>
            </a:r>
            <a:r>
              <a:rPr lang="en-US" altLang="zh-TW" sz="1400" dirty="0" smtClean="0"/>
              <a:t>CQ </a:t>
            </a:r>
            <a:r>
              <a:rPr lang="zh-TW" altLang="en-US" sz="1400" dirty="0" smtClean="0"/>
              <a:t>无</a:t>
            </a:r>
            <a:r>
              <a:rPr lang="en-US" altLang="zh-TW" sz="1400" dirty="0" smtClean="0"/>
              <a:t>PIA </a:t>
            </a:r>
            <a:r>
              <a:rPr lang="zh-TW" altLang="en-US" sz="1400" dirty="0" smtClean="0"/>
              <a:t>流程</a:t>
            </a:r>
          </a:p>
          <a:p>
            <a:pPr lvl="1"/>
            <a:r>
              <a:rPr lang="zh-TW" altLang="en-US" sz="1400" dirty="0" smtClean="0"/>
              <a:t> </a:t>
            </a:r>
            <a:r>
              <a:rPr lang="en-US" altLang="zh-TW" sz="1400" dirty="0" smtClean="0"/>
              <a:t>Light </a:t>
            </a:r>
            <a:r>
              <a:rPr lang="en-US" altLang="zh-TW" sz="1400" dirty="0" err="1" smtClean="0"/>
              <a:t>Guid</a:t>
            </a:r>
            <a:r>
              <a:rPr lang="en-US" altLang="zh-TW" sz="1400" dirty="0" smtClean="0"/>
              <a:t> CQ</a:t>
            </a:r>
            <a:r>
              <a:rPr lang="zh-TW" altLang="en-US" sz="1400" dirty="0" smtClean="0"/>
              <a:t>在</a:t>
            </a:r>
            <a:r>
              <a:rPr lang="en-US" altLang="zh-TW" sz="1400" dirty="0" smtClean="0"/>
              <a:t>PAK</a:t>
            </a:r>
            <a:r>
              <a:rPr lang="zh-TW" altLang="en-US" sz="1400" dirty="0" smtClean="0"/>
              <a:t>贴标签 </a:t>
            </a:r>
            <a:r>
              <a:rPr lang="en-US" altLang="zh-TW" sz="1400" dirty="0" smtClean="0"/>
              <a:t>,IMES </a:t>
            </a:r>
            <a:r>
              <a:rPr lang="zh-TW" altLang="en-US" sz="1400" dirty="0" smtClean="0"/>
              <a:t>在</a:t>
            </a:r>
            <a:r>
              <a:rPr lang="en-US" altLang="zh-TW" sz="1400" dirty="0" smtClean="0"/>
              <a:t>FA </a:t>
            </a:r>
            <a:r>
              <a:rPr lang="zh-TW" altLang="en-US" sz="1400" dirty="0" smtClean="0"/>
              <a:t>贴标签</a:t>
            </a:r>
          </a:p>
          <a:p>
            <a:pPr lvl="1"/>
            <a:r>
              <a:rPr lang="zh-TW" altLang="en-US" sz="1400" dirty="0" smtClean="0"/>
              <a:t> </a:t>
            </a:r>
            <a:r>
              <a:rPr lang="en-US" altLang="zh-TW" sz="1400" dirty="0" smtClean="0"/>
              <a:t>Function </a:t>
            </a:r>
            <a:r>
              <a:rPr lang="zh-TW" altLang="en-US" sz="1400" dirty="0" smtClean="0"/>
              <a:t>测试站 </a:t>
            </a:r>
            <a:r>
              <a:rPr lang="en-US" altLang="zh-TW" sz="1400" dirty="0" smtClean="0"/>
              <a:t>CQ </a:t>
            </a:r>
            <a:r>
              <a:rPr lang="zh-TW" altLang="en-US" sz="1400" dirty="0" smtClean="0"/>
              <a:t>只有</a:t>
            </a:r>
            <a:r>
              <a:rPr lang="en-US" altLang="zh-TW" sz="1400" dirty="0" smtClean="0"/>
              <a:t>PRE TEST( IMES </a:t>
            </a:r>
            <a:r>
              <a:rPr lang="zh-TW" altLang="en-US" sz="1400" dirty="0" smtClean="0"/>
              <a:t>系统有</a:t>
            </a:r>
            <a:r>
              <a:rPr lang="en-US" altLang="zh-TW" sz="1400" dirty="0" smtClean="0"/>
              <a:t>pre test ,AFT </a:t>
            </a:r>
            <a:r>
              <a:rPr lang="en-US" altLang="zh-TW" sz="1400" dirty="0" err="1" smtClean="0"/>
              <a:t>test,Run</a:t>
            </a:r>
            <a:r>
              <a:rPr lang="en-US" altLang="zh-TW" sz="1400" dirty="0" smtClean="0"/>
              <a:t> in </a:t>
            </a:r>
            <a:r>
              <a:rPr lang="en-US" altLang="zh-TW" sz="1400" dirty="0" err="1" smtClean="0"/>
              <a:t>test.CQ</a:t>
            </a:r>
            <a:r>
              <a:rPr lang="en-US" altLang="zh-TW" sz="1400" dirty="0" smtClean="0"/>
              <a:t> </a:t>
            </a:r>
            <a:r>
              <a:rPr lang="zh-TW" altLang="en-US" sz="1400" dirty="0" smtClean="0"/>
              <a:t>在</a:t>
            </a:r>
            <a:r>
              <a:rPr lang="en-US" altLang="zh-TW" sz="1400" dirty="0" smtClean="0"/>
              <a:t>run in </a:t>
            </a:r>
            <a:r>
              <a:rPr lang="zh-TW" altLang="en-US" sz="1400" dirty="0" smtClean="0"/>
              <a:t>时会开无线，然后把结果上传 </a:t>
            </a:r>
            <a:r>
              <a:rPr lang="en-US" altLang="zh-TW" sz="1400" dirty="0" smtClean="0"/>
              <a:t>FIS.)</a:t>
            </a:r>
          </a:p>
          <a:p>
            <a:r>
              <a:rPr lang="en-US" altLang="zh-TW" sz="1800" dirty="0" smtClean="0"/>
              <a:t> </a:t>
            </a:r>
            <a:r>
              <a:rPr lang="en-US" altLang="zh-TW" sz="1800" dirty="0" smtClean="0"/>
              <a:t>PAK  -- Benson</a:t>
            </a:r>
            <a:endParaRPr lang="zh-TW" altLang="en-US" sz="1800" dirty="0" smtClean="0"/>
          </a:p>
          <a:p>
            <a:pPr lvl="1"/>
            <a:r>
              <a:rPr lang="zh-TW" altLang="en-US" sz="1400" dirty="0" smtClean="0"/>
              <a:t> </a:t>
            </a:r>
            <a:r>
              <a:rPr lang="en-US" altLang="zh-TW" sz="1400" dirty="0" smtClean="0"/>
              <a:t>CQ </a:t>
            </a:r>
            <a:r>
              <a:rPr lang="zh-TW" altLang="en-US" sz="1400" dirty="0" smtClean="0"/>
              <a:t>有主上主下标签</a:t>
            </a:r>
            <a:r>
              <a:rPr lang="en-US" altLang="zh-TW" sz="1400" dirty="0" smtClean="0"/>
              <a:t>check </a:t>
            </a:r>
            <a:r>
              <a:rPr lang="zh-TW" altLang="en-US" sz="1400" dirty="0" smtClean="0"/>
              <a:t>界面（此站在</a:t>
            </a:r>
            <a:r>
              <a:rPr lang="en-US" altLang="zh-TW" sz="1400" dirty="0" smtClean="0"/>
              <a:t>COA</a:t>
            </a:r>
            <a:r>
              <a:rPr lang="zh-TW" altLang="en-US" sz="1400" dirty="0" smtClean="0"/>
              <a:t>站下一站），</a:t>
            </a:r>
            <a:r>
              <a:rPr lang="en-US" altLang="zh-TW" sz="1400" dirty="0" smtClean="0"/>
              <a:t>IMES </a:t>
            </a:r>
            <a:r>
              <a:rPr lang="zh-TW" altLang="en-US" sz="1400" dirty="0" smtClean="0"/>
              <a:t>无。</a:t>
            </a:r>
          </a:p>
          <a:p>
            <a:pPr lvl="1"/>
            <a:r>
              <a:rPr lang="zh-TW" altLang="en-US" sz="1400" dirty="0" smtClean="0"/>
              <a:t> </a:t>
            </a:r>
            <a:r>
              <a:rPr lang="en-US" altLang="zh-TW" sz="1400" dirty="0" smtClean="0"/>
              <a:t>POD </a:t>
            </a:r>
            <a:r>
              <a:rPr lang="zh-TW" altLang="en-US" sz="1400" dirty="0" smtClean="0"/>
              <a:t>打印 混线生产，称重站需要分</a:t>
            </a:r>
            <a:r>
              <a:rPr lang="en-US" altLang="zh-TW" sz="1400" dirty="0" smtClean="0"/>
              <a:t>2</a:t>
            </a:r>
            <a:r>
              <a:rPr lang="zh-TW" altLang="en-US" sz="1400" dirty="0" smtClean="0"/>
              <a:t>种标签（连接</a:t>
            </a:r>
            <a:r>
              <a:rPr lang="en-US" altLang="zh-TW" sz="1400" dirty="0" smtClean="0"/>
              <a:t>2</a:t>
            </a:r>
            <a:r>
              <a:rPr lang="zh-TW" altLang="en-US" sz="1400" dirty="0" smtClean="0"/>
              <a:t>台</a:t>
            </a:r>
            <a:r>
              <a:rPr lang="en-US" altLang="zh-TW" sz="1400" dirty="0" smtClean="0"/>
              <a:t>printer</a:t>
            </a:r>
            <a:r>
              <a:rPr lang="zh-TW" altLang="en-US" sz="1400" dirty="0" smtClean="0"/>
              <a:t>）。</a:t>
            </a:r>
          </a:p>
          <a:p>
            <a:pPr lvl="1"/>
            <a:r>
              <a:rPr lang="zh-TW" altLang="en-US" sz="1400" dirty="0" smtClean="0"/>
              <a:t> </a:t>
            </a:r>
            <a:r>
              <a:rPr lang="en-US" altLang="zh-TW" sz="1400" dirty="0" smtClean="0"/>
              <a:t>CQ </a:t>
            </a:r>
            <a:r>
              <a:rPr lang="en-US" altLang="zh-TW" sz="1400" dirty="0" smtClean="0"/>
              <a:t>  BT </a:t>
            </a:r>
            <a:r>
              <a:rPr lang="zh-TW" altLang="en-US" sz="1400" dirty="0" smtClean="0"/>
              <a:t>流程在</a:t>
            </a:r>
            <a:r>
              <a:rPr lang="en-US" altLang="zh-TW" sz="1400" dirty="0" smtClean="0"/>
              <a:t>COA </a:t>
            </a:r>
            <a:r>
              <a:rPr lang="zh-TW" altLang="en-US" sz="1400" dirty="0" smtClean="0"/>
              <a:t>打印</a:t>
            </a:r>
            <a:r>
              <a:rPr lang="en-US" altLang="zh-TW" sz="1400" dirty="0" smtClean="0"/>
              <a:t>BT </a:t>
            </a:r>
            <a:r>
              <a:rPr lang="zh-TW" altLang="en-US" sz="1400" dirty="0" smtClean="0"/>
              <a:t>標籤，然后在</a:t>
            </a:r>
            <a:r>
              <a:rPr lang="en-US" altLang="zh-TW" sz="1400" dirty="0" smtClean="0"/>
              <a:t>Combine DN for BT </a:t>
            </a:r>
            <a:r>
              <a:rPr lang="zh-TW" altLang="en-US" sz="1400" dirty="0" smtClean="0"/>
              <a:t>时打印</a:t>
            </a:r>
            <a:r>
              <a:rPr lang="en-US" altLang="zh-TW" sz="1400" dirty="0" smtClean="0"/>
              <a:t>COO Label</a:t>
            </a:r>
            <a:r>
              <a:rPr lang="zh-TW" altLang="en-US" sz="1400" dirty="0" smtClean="0"/>
              <a:t>。（</a:t>
            </a:r>
            <a:r>
              <a:rPr lang="en-US" altLang="zh-TW" sz="1400" dirty="0" smtClean="0"/>
              <a:t>IMES </a:t>
            </a:r>
            <a:r>
              <a:rPr lang="zh-TW" altLang="en-US" sz="1400" dirty="0" smtClean="0"/>
              <a:t>系统不论是</a:t>
            </a:r>
            <a:r>
              <a:rPr lang="en-US" altLang="zh-TW" sz="1400" dirty="0" smtClean="0"/>
              <a:t>BT</a:t>
            </a:r>
            <a:r>
              <a:rPr lang="zh-TW" altLang="en-US" sz="1400" dirty="0" smtClean="0"/>
              <a:t>或者非</a:t>
            </a:r>
            <a:r>
              <a:rPr lang="en-US" altLang="zh-TW" sz="1400" dirty="0" smtClean="0"/>
              <a:t>BT</a:t>
            </a:r>
            <a:r>
              <a:rPr lang="zh-TW" altLang="en-US" sz="1400" dirty="0" smtClean="0"/>
              <a:t>都是在</a:t>
            </a:r>
            <a:r>
              <a:rPr lang="en-US" altLang="zh-TW" sz="1400" dirty="0" smtClean="0"/>
              <a:t>kitting6</a:t>
            </a:r>
            <a:r>
              <a:rPr lang="zh-TW" altLang="en-US" sz="1400" dirty="0" smtClean="0"/>
              <a:t>打印</a:t>
            </a:r>
            <a:r>
              <a:rPr lang="en-US" altLang="zh-TW" sz="1400" dirty="0" smtClean="0"/>
              <a:t>COO label</a:t>
            </a:r>
            <a:r>
              <a:rPr lang="zh-TW" altLang="en-US" sz="1400" dirty="0" smtClean="0"/>
              <a:t>）</a:t>
            </a:r>
            <a:endParaRPr lang="zh-TW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HW Infrastructure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HW Information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579437"/>
          </a:xfrm>
        </p:spPr>
        <p:txBody>
          <a:bodyPr/>
          <a:lstStyle/>
          <a:p>
            <a:r>
              <a:rPr lang="en-US" altLang="zh-TW" dirty="0" err="1" smtClean="0"/>
              <a:t>iMES</a:t>
            </a:r>
            <a:r>
              <a:rPr lang="en-US" altLang="zh-TW" dirty="0" smtClean="0"/>
              <a:t> Infrastructure—Production 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781050"/>
            <a:ext cx="9280525" cy="5619750"/>
          </a:xfrm>
        </p:spPr>
        <p:txBody>
          <a:bodyPr/>
          <a:lstStyle/>
          <a:p>
            <a:r>
              <a:rPr lang="en-US" altLang="zh-TW" sz="1400" dirty="0" smtClean="0"/>
              <a:t>Migrate DB Server</a:t>
            </a:r>
            <a:r>
              <a:rPr lang="zh-TW" altLang="en-US" sz="1400" dirty="0" smtClean="0"/>
              <a:t>*</a:t>
            </a:r>
            <a:r>
              <a:rPr lang="en-US" altLang="zh-TW" sz="1400" dirty="0" smtClean="0"/>
              <a:t>2</a:t>
            </a:r>
          </a:p>
          <a:p>
            <a:pPr lvl="1"/>
            <a:r>
              <a:rPr lang="en-US" altLang="zh-TW" sz="1100" dirty="0" smtClean="0"/>
              <a:t>DL580  4* 8 core/64 G MEM *2</a:t>
            </a:r>
            <a:r>
              <a:rPr lang="zh-TW" altLang="en-US" sz="1100" dirty="0" smtClean="0"/>
              <a:t> 台</a:t>
            </a:r>
            <a:endParaRPr lang="en-US" altLang="zh-TW" sz="1100" dirty="0" smtClean="0"/>
          </a:p>
          <a:p>
            <a:pPr lvl="1"/>
            <a:r>
              <a:rPr lang="en-US" altLang="zh-TW" sz="1100" dirty="0" smtClean="0"/>
              <a:t>SAN 500G / 1T * 2 drivers</a:t>
            </a:r>
          </a:p>
          <a:p>
            <a:pPr lvl="1"/>
            <a:r>
              <a:rPr lang="en-US" altLang="zh-TW" sz="1100" dirty="0" smtClean="0"/>
              <a:t>Windows 2008 R2 &amp; SQL Server 2008 R2+SP1</a:t>
            </a:r>
          </a:p>
          <a:p>
            <a:pPr lvl="1"/>
            <a:r>
              <a:rPr lang="en-US" altLang="zh-TW" sz="1100" dirty="0" smtClean="0"/>
              <a:t>DB Cluster</a:t>
            </a:r>
          </a:p>
          <a:p>
            <a:pPr lvl="2"/>
            <a:r>
              <a:rPr lang="en-US" altLang="zh-TW" sz="1000" dirty="0" smtClean="0"/>
              <a:t>HP Cluster node1</a:t>
            </a:r>
          </a:p>
          <a:p>
            <a:pPr lvl="2"/>
            <a:r>
              <a:rPr lang="en-US" altLang="zh-TW" sz="1000" dirty="0" smtClean="0"/>
              <a:t>TSB Cluster node2</a:t>
            </a:r>
          </a:p>
          <a:p>
            <a:pPr lvl="1"/>
            <a:r>
              <a:rPr lang="zh-TW" altLang="en-US" sz="1100" dirty="0" smtClean="0"/>
              <a:t>加入</a:t>
            </a:r>
            <a:r>
              <a:rPr lang="en-US" altLang="zh-TW" sz="1100" dirty="0" smtClean="0"/>
              <a:t>FIS</a:t>
            </a:r>
            <a:r>
              <a:rPr lang="zh-TW" altLang="en-US" sz="1100" dirty="0" smtClean="0"/>
              <a:t> 域</a:t>
            </a:r>
            <a:endParaRPr lang="en-US" altLang="zh-TW" sz="1100" dirty="0" smtClean="0"/>
          </a:p>
          <a:p>
            <a:r>
              <a:rPr lang="en-US" altLang="zh-TW" sz="1400" dirty="0" smtClean="0"/>
              <a:t>SAN Storage Split </a:t>
            </a:r>
            <a:r>
              <a:rPr lang="en-US" altLang="zh-TW" sz="1400" dirty="0" err="1" smtClean="0"/>
              <a:t>Lun</a:t>
            </a:r>
            <a:r>
              <a:rPr lang="en-US" altLang="zh-TW" sz="1400" dirty="0" smtClean="0"/>
              <a:t> for DB</a:t>
            </a:r>
          </a:p>
          <a:p>
            <a:pPr lvl="1"/>
            <a:r>
              <a:rPr lang="en-US" altLang="zh-TW" sz="1100" dirty="0" smtClean="0"/>
              <a:t>At least three </a:t>
            </a:r>
            <a:r>
              <a:rPr lang="en-US" altLang="zh-TW" sz="1100" dirty="0" err="1" smtClean="0"/>
              <a:t>Luns</a:t>
            </a:r>
            <a:r>
              <a:rPr lang="en-US" altLang="zh-TW" sz="1100" dirty="0" smtClean="0"/>
              <a:t>, Capacity 2T</a:t>
            </a:r>
          </a:p>
          <a:p>
            <a:pPr lvl="1"/>
            <a:r>
              <a:rPr lang="en-US" altLang="zh-TW" sz="1100" dirty="0" smtClean="0"/>
              <a:t>One </a:t>
            </a:r>
            <a:r>
              <a:rPr lang="en-US" altLang="zh-TW" sz="1100" dirty="0" err="1" smtClean="0"/>
              <a:t>Lun</a:t>
            </a:r>
            <a:r>
              <a:rPr lang="en-US" altLang="zh-TW" sz="1100" dirty="0" smtClean="0"/>
              <a:t> master DB, second </a:t>
            </a:r>
            <a:r>
              <a:rPr lang="en-US" altLang="zh-TW" sz="1100" dirty="0" err="1" smtClean="0"/>
              <a:t>Lun</a:t>
            </a:r>
            <a:r>
              <a:rPr lang="en-US" altLang="zh-TW" sz="1100" dirty="0" smtClean="0"/>
              <a:t> data &amp; Temp DB, Third </a:t>
            </a:r>
            <a:r>
              <a:rPr lang="en-US" altLang="zh-TW" sz="1100" dirty="0" err="1" smtClean="0"/>
              <a:t>Lun</a:t>
            </a:r>
            <a:r>
              <a:rPr lang="en-US" altLang="zh-TW" sz="1100" dirty="0" smtClean="0"/>
              <a:t> is for log file</a:t>
            </a:r>
          </a:p>
          <a:p>
            <a:r>
              <a:rPr lang="en-US" altLang="zh-TW" sz="1400" dirty="0" smtClean="0"/>
              <a:t>Backup Server *1</a:t>
            </a:r>
          </a:p>
          <a:p>
            <a:pPr lvl="1"/>
            <a:r>
              <a:rPr lang="en-US" altLang="zh-TW" sz="1100" dirty="0" smtClean="0"/>
              <a:t>DL370 Server Disk Array</a:t>
            </a:r>
          </a:p>
          <a:p>
            <a:pPr lvl="1"/>
            <a:r>
              <a:rPr lang="en-US" altLang="zh-TW" sz="1100" dirty="0" smtClean="0"/>
              <a:t>DB log shipping</a:t>
            </a:r>
          </a:p>
          <a:p>
            <a:r>
              <a:rPr lang="en-US" altLang="zh-TW" sz="1400" dirty="0" smtClean="0"/>
              <a:t>Report Server*1</a:t>
            </a:r>
          </a:p>
          <a:p>
            <a:pPr lvl="1"/>
            <a:r>
              <a:rPr lang="en-US" altLang="zh-TW" sz="1100" dirty="0" smtClean="0"/>
              <a:t>DL370 Server Disk Array</a:t>
            </a:r>
          </a:p>
          <a:p>
            <a:pPr lvl="1"/>
            <a:r>
              <a:rPr lang="en-US" altLang="zh-TW" sz="1100" dirty="0" smtClean="0"/>
              <a:t>DB log shipping</a:t>
            </a:r>
          </a:p>
          <a:p>
            <a:r>
              <a:rPr lang="zh-TW" altLang="en-US" sz="1400" dirty="0" smtClean="0"/>
              <a:t>遷移目前</a:t>
            </a:r>
            <a:r>
              <a:rPr lang="en-US" altLang="zh-TW" sz="1400" dirty="0" smtClean="0"/>
              <a:t>FIS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DB</a:t>
            </a:r>
            <a:r>
              <a:rPr lang="zh-TW" altLang="en-US" sz="1400" dirty="0" smtClean="0"/>
              <a:t> 至新的</a:t>
            </a:r>
            <a:r>
              <a:rPr lang="en-US" altLang="zh-TW" sz="1400" dirty="0" smtClean="0"/>
              <a:t>DB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server  DL580 server</a:t>
            </a:r>
          </a:p>
          <a:p>
            <a:pPr lvl="1"/>
            <a:r>
              <a:rPr lang="zh-TW" altLang="en-US" sz="1000" dirty="0" smtClean="0"/>
              <a:t>需要跟</a:t>
            </a:r>
            <a:r>
              <a:rPr lang="en-US" altLang="zh-TW" sz="1000" dirty="0" smtClean="0"/>
              <a:t>user </a:t>
            </a:r>
            <a:r>
              <a:rPr lang="zh-TW" altLang="en-US" sz="1000" dirty="0" smtClean="0"/>
              <a:t>確認時間</a:t>
            </a:r>
            <a:endParaRPr lang="en-US" altLang="zh-TW" sz="1000" dirty="0" smtClean="0"/>
          </a:p>
          <a:p>
            <a:r>
              <a:rPr lang="zh-TW" altLang="en-US" sz="1400" dirty="0" smtClean="0"/>
              <a:t>準備</a:t>
            </a:r>
            <a:r>
              <a:rPr lang="en-US" altLang="zh-TW" sz="1400" dirty="0" smtClean="0"/>
              <a:t>AP</a:t>
            </a:r>
            <a:r>
              <a:rPr lang="zh-TW" altLang="en-US" sz="1400" dirty="0" smtClean="0"/>
              <a:t> </a:t>
            </a:r>
            <a:r>
              <a:rPr lang="en-US" altLang="zh-TW" sz="1400" dirty="0" smtClean="0"/>
              <a:t>Server *2 for HP</a:t>
            </a:r>
          </a:p>
          <a:p>
            <a:pPr lvl="1"/>
            <a:r>
              <a:rPr lang="en-US" altLang="zh-TW" sz="1100" dirty="0" smtClean="0"/>
              <a:t>Windows 2008 R2</a:t>
            </a:r>
          </a:p>
          <a:p>
            <a:pPr lvl="1"/>
            <a:r>
              <a:rPr lang="en-US" altLang="zh-TW" sz="1100" dirty="0" smtClean="0"/>
              <a:t>Dot Net Framework v3.5 </a:t>
            </a:r>
            <a:r>
              <a:rPr lang="zh-TW" altLang="en-US" sz="1100" dirty="0" smtClean="0"/>
              <a:t>以上</a:t>
            </a:r>
            <a:endParaRPr lang="en-US" altLang="zh-TW" sz="1100" dirty="0" smtClean="0"/>
          </a:p>
          <a:p>
            <a:pPr lvl="1"/>
            <a:r>
              <a:rPr lang="en-US" altLang="zh-TW" sz="1100" dirty="0" smtClean="0"/>
              <a:t>Office excel component</a:t>
            </a:r>
          </a:p>
          <a:p>
            <a:pPr lvl="1"/>
            <a:r>
              <a:rPr lang="en-US" altLang="zh-TW" sz="1100" dirty="0" smtClean="0"/>
              <a:t>Zebra </a:t>
            </a:r>
            <a:r>
              <a:rPr lang="zh-TW" altLang="en-US" sz="1100" dirty="0" smtClean="0"/>
              <a:t>打印驅動</a:t>
            </a:r>
            <a:endParaRPr lang="en-US" altLang="zh-TW" sz="1100" dirty="0" smtClean="0"/>
          </a:p>
          <a:p>
            <a:pPr lvl="1"/>
            <a:r>
              <a:rPr lang="en-US" altLang="zh-TW" sz="1100" dirty="0" smtClean="0"/>
              <a:t>AP Server </a:t>
            </a:r>
            <a:r>
              <a:rPr lang="zh-TW" altLang="en-US" sz="1100" dirty="0" smtClean="0"/>
              <a:t>需要有雙網卡</a:t>
            </a:r>
            <a:endParaRPr lang="en-US" altLang="zh-TW" sz="1100" dirty="0" smtClean="0"/>
          </a:p>
          <a:p>
            <a:pPr lvl="2"/>
            <a:r>
              <a:rPr lang="en-US" altLang="zh-TW" sz="1000" dirty="0" smtClean="0"/>
              <a:t>FIS</a:t>
            </a:r>
            <a:r>
              <a:rPr lang="zh-TW" altLang="en-US" sz="1000" dirty="0" smtClean="0"/>
              <a:t>網段</a:t>
            </a:r>
            <a:endParaRPr lang="en-US" altLang="zh-TW" sz="1000" dirty="0" smtClean="0"/>
          </a:p>
          <a:p>
            <a:pPr lvl="2"/>
            <a:r>
              <a:rPr lang="en-US" altLang="zh-TW" sz="1000" dirty="0" smtClean="0"/>
              <a:t>OA</a:t>
            </a:r>
            <a:r>
              <a:rPr lang="zh-TW" altLang="en-US" sz="1000" dirty="0" smtClean="0"/>
              <a:t>網段</a:t>
            </a:r>
            <a:endParaRPr lang="en-US" altLang="zh-TW" sz="1000" dirty="0" smtClean="0"/>
          </a:p>
          <a:p>
            <a:pPr lvl="2"/>
            <a:r>
              <a:rPr lang="zh-TW" altLang="en-US" sz="1000" dirty="0" smtClean="0"/>
              <a:t>加入 </a:t>
            </a:r>
            <a:r>
              <a:rPr lang="en-US" altLang="zh-TW" sz="1000" dirty="0" smtClean="0"/>
              <a:t>OA</a:t>
            </a:r>
            <a:r>
              <a:rPr lang="zh-TW" altLang="en-US" sz="1000" dirty="0" smtClean="0"/>
              <a:t> 域</a:t>
            </a:r>
            <a:endParaRPr lang="en-US" altLang="zh-TW" sz="1000" dirty="0" smtClean="0"/>
          </a:p>
          <a:p>
            <a:r>
              <a:rPr lang="en-US" altLang="zh-TW" sz="1400" dirty="0" smtClean="0"/>
              <a:t>Edits Server</a:t>
            </a:r>
          </a:p>
          <a:p>
            <a:pPr lvl="1"/>
            <a:r>
              <a:rPr lang="en-US" altLang="zh-TW" sz="1000" dirty="0" smtClean="0"/>
              <a:t>Windows 2008 R2, </a:t>
            </a:r>
            <a:r>
              <a:rPr lang="en-US" altLang="zh-TW" sz="1000" dirty="0" err="1" smtClean="0"/>
              <a:t>.net</a:t>
            </a:r>
            <a:r>
              <a:rPr lang="en-US" altLang="zh-TW" sz="1000" dirty="0" smtClean="0"/>
              <a:t> framework v3.5</a:t>
            </a:r>
          </a:p>
          <a:p>
            <a:pPr lvl="1"/>
            <a:r>
              <a:rPr lang="en-US" altLang="zh-TW" sz="1000" dirty="0" smtClean="0"/>
              <a:t>FIS </a:t>
            </a:r>
            <a:r>
              <a:rPr lang="zh-TW" altLang="en-US" sz="1000" dirty="0" smtClean="0"/>
              <a:t>域</a:t>
            </a:r>
            <a:endParaRPr lang="en-US" altLang="zh-TW" sz="1000" dirty="0" smtClean="0"/>
          </a:p>
          <a:p>
            <a:r>
              <a:rPr lang="en-US" altLang="zh-TW" sz="1400" dirty="0" smtClean="0"/>
              <a:t>DNS Server  set up new server name mapping </a:t>
            </a:r>
            <a:r>
              <a:rPr lang="en-US" altLang="zh-TW" sz="1400" dirty="0" err="1" smtClean="0"/>
              <a:t>ip</a:t>
            </a:r>
            <a:endParaRPr lang="en-US" altLang="zh-TW" sz="1400" dirty="0" smtClean="0"/>
          </a:p>
          <a:p>
            <a:r>
              <a:rPr lang="en-US" altLang="zh-TW" sz="1400" dirty="0" smtClean="0"/>
              <a:t>Server</a:t>
            </a:r>
            <a:r>
              <a:rPr lang="zh-TW" altLang="en-US" sz="1400" dirty="0" smtClean="0"/>
              <a:t>時間同步</a:t>
            </a:r>
            <a:endParaRPr lang="en-US" altLang="zh-TW" sz="1400" dirty="0" smtClean="0"/>
          </a:p>
          <a:p>
            <a:pPr lvl="1"/>
            <a:endParaRPr lang="en-US" altLang="zh-TW" sz="11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512762"/>
          </a:xfrm>
        </p:spPr>
        <p:txBody>
          <a:bodyPr/>
          <a:lstStyle/>
          <a:p>
            <a:r>
              <a:rPr lang="en-US" altLang="zh-TW" dirty="0" err="1" smtClean="0"/>
              <a:t>iMES</a:t>
            </a:r>
            <a:r>
              <a:rPr lang="en-US" altLang="zh-TW" dirty="0" smtClean="0"/>
              <a:t> Infrastructure—Test 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781050"/>
            <a:ext cx="9280525" cy="5457825"/>
          </a:xfrm>
        </p:spPr>
        <p:txBody>
          <a:bodyPr/>
          <a:lstStyle/>
          <a:p>
            <a:r>
              <a:rPr lang="en-US" altLang="zh-TW" sz="1600" dirty="0" smtClean="0"/>
              <a:t>Test Server </a:t>
            </a:r>
          </a:p>
          <a:p>
            <a:pPr lvl="1"/>
            <a:r>
              <a:rPr lang="en-US" altLang="zh-TW" sz="1200" dirty="0" smtClean="0"/>
              <a:t>One DL370 Server ,  Raid 5 Disk Array</a:t>
            </a:r>
          </a:p>
          <a:p>
            <a:pPr lvl="1"/>
            <a:r>
              <a:rPr lang="en-US" altLang="zh-TW" sz="1200" dirty="0" smtClean="0"/>
              <a:t>Create Four VMs machine</a:t>
            </a:r>
          </a:p>
          <a:p>
            <a:pPr lvl="2"/>
            <a:r>
              <a:rPr lang="en-US" altLang="zh-TW" sz="800" dirty="0" smtClean="0"/>
              <a:t>DB server </a:t>
            </a:r>
          </a:p>
          <a:p>
            <a:pPr lvl="2"/>
            <a:r>
              <a:rPr lang="en-US" altLang="zh-TW" sz="800" dirty="0" smtClean="0"/>
              <a:t>AP Server *2</a:t>
            </a:r>
          </a:p>
          <a:p>
            <a:pPr lvl="2"/>
            <a:r>
              <a:rPr lang="en-US" altLang="zh-TW" sz="800" dirty="0" smtClean="0"/>
              <a:t>Edits Server *1</a:t>
            </a:r>
          </a:p>
          <a:p>
            <a:pPr lvl="1"/>
            <a:r>
              <a:rPr lang="en-US" altLang="zh-TW" sz="1000" dirty="0" smtClean="0"/>
              <a:t>AP Server </a:t>
            </a:r>
            <a:r>
              <a:rPr lang="zh-TW" altLang="en-US" sz="1000" dirty="0" smtClean="0"/>
              <a:t>需要有雙網卡</a:t>
            </a:r>
            <a:endParaRPr lang="en-US" altLang="zh-TW" sz="1000" dirty="0" smtClean="0"/>
          </a:p>
          <a:p>
            <a:pPr lvl="2"/>
            <a:r>
              <a:rPr lang="en-US" altLang="zh-TW" sz="800" dirty="0" smtClean="0"/>
              <a:t>FIS</a:t>
            </a:r>
            <a:r>
              <a:rPr lang="zh-TW" altLang="en-US" sz="800" dirty="0" smtClean="0"/>
              <a:t>網段</a:t>
            </a:r>
            <a:endParaRPr lang="en-US" altLang="zh-TW" sz="800" dirty="0" smtClean="0"/>
          </a:p>
          <a:p>
            <a:pPr lvl="2"/>
            <a:r>
              <a:rPr lang="en-US" altLang="zh-TW" sz="800" dirty="0" smtClean="0"/>
              <a:t>OA</a:t>
            </a:r>
            <a:r>
              <a:rPr lang="zh-TW" altLang="en-US" sz="800" dirty="0" smtClean="0"/>
              <a:t>網段</a:t>
            </a:r>
            <a:endParaRPr lang="en-US" altLang="zh-TW" sz="800" dirty="0" smtClean="0"/>
          </a:p>
          <a:p>
            <a:pPr lvl="2"/>
            <a:r>
              <a:rPr lang="zh-TW" altLang="en-US" sz="800" dirty="0" smtClean="0"/>
              <a:t>加入 </a:t>
            </a:r>
            <a:r>
              <a:rPr lang="en-US" altLang="zh-TW" sz="800" dirty="0" smtClean="0"/>
              <a:t>OA</a:t>
            </a:r>
            <a:r>
              <a:rPr lang="zh-TW" altLang="en-US" sz="800" dirty="0" smtClean="0"/>
              <a:t> 域</a:t>
            </a:r>
            <a:endParaRPr lang="en-US" altLang="zh-TW" sz="1100" dirty="0" smtClean="0"/>
          </a:p>
          <a:p>
            <a:pPr lvl="1"/>
            <a:endParaRPr lang="en-US" altLang="zh-TW" sz="1100" dirty="0" smtClean="0"/>
          </a:p>
          <a:p>
            <a:r>
              <a:rPr lang="en-US" altLang="zh-TW" sz="1600" dirty="0" smtClean="0"/>
              <a:t>Install </a:t>
            </a:r>
            <a:r>
              <a:rPr lang="en-US" altLang="zh-TW" sz="1600" dirty="0" err="1" smtClean="0"/>
              <a:t>iMES</a:t>
            </a:r>
            <a:endParaRPr lang="en-US" altLang="zh-TW" sz="1600" dirty="0" smtClean="0"/>
          </a:p>
          <a:p>
            <a:pPr lvl="1"/>
            <a:r>
              <a:rPr lang="en-US" altLang="zh-TW" sz="1200" dirty="0" smtClean="0"/>
              <a:t>DB schema</a:t>
            </a:r>
          </a:p>
          <a:p>
            <a:pPr lvl="2"/>
            <a:r>
              <a:rPr lang="en-US" altLang="zh-TW" sz="1050" dirty="0" smtClean="0"/>
              <a:t>HPIMES</a:t>
            </a:r>
          </a:p>
          <a:p>
            <a:pPr lvl="2"/>
            <a:r>
              <a:rPr lang="en-US" altLang="zh-TW" sz="1050" dirty="0" smtClean="0"/>
              <a:t>HPEDI</a:t>
            </a:r>
          </a:p>
          <a:p>
            <a:pPr lvl="2"/>
            <a:r>
              <a:rPr lang="en-US" altLang="zh-TW" sz="1050" dirty="0" err="1" smtClean="0"/>
              <a:t>GetData</a:t>
            </a:r>
            <a:endParaRPr lang="en-US" altLang="zh-TW" sz="1050" dirty="0" smtClean="0"/>
          </a:p>
          <a:p>
            <a:pPr lvl="2"/>
            <a:r>
              <a:rPr lang="en-US" altLang="zh-TW" sz="1050" dirty="0" err="1" smtClean="0"/>
              <a:t>HPLabelTemplate</a:t>
            </a:r>
            <a:endParaRPr lang="en-US" altLang="zh-TW" sz="1050" dirty="0" smtClean="0"/>
          </a:p>
          <a:p>
            <a:pPr lvl="2"/>
            <a:r>
              <a:rPr lang="en-US" altLang="zh-TW" sz="1050" dirty="0" smtClean="0"/>
              <a:t>HPRBPC4Net</a:t>
            </a:r>
          </a:p>
          <a:p>
            <a:pPr lvl="1"/>
            <a:r>
              <a:rPr lang="en-US" altLang="zh-TW" sz="1200" dirty="0" smtClean="0"/>
              <a:t>Replicate PE BOM DB to </a:t>
            </a:r>
            <a:r>
              <a:rPr lang="en-US" altLang="zh-TW" sz="1200" dirty="0" err="1" smtClean="0"/>
              <a:t>GetData</a:t>
            </a:r>
            <a:r>
              <a:rPr lang="en-US" altLang="zh-TW" sz="1200" dirty="0" smtClean="0"/>
              <a:t> DB</a:t>
            </a:r>
          </a:p>
          <a:p>
            <a:pPr lvl="2"/>
            <a:r>
              <a:rPr lang="en-US" altLang="zh-TW" sz="1050" dirty="0" smtClean="0"/>
              <a:t>Replicate  BOM SP</a:t>
            </a:r>
          </a:p>
          <a:p>
            <a:pPr lvl="1"/>
            <a:r>
              <a:rPr lang="en-US" altLang="zh-TW" sz="1200" dirty="0" smtClean="0"/>
              <a:t>DB Job</a:t>
            </a:r>
          </a:p>
          <a:p>
            <a:pPr lvl="1"/>
            <a:r>
              <a:rPr lang="en-US" altLang="zh-TW" sz="1200" dirty="0" err="1" smtClean="0"/>
              <a:t>iMES</a:t>
            </a:r>
            <a:r>
              <a:rPr lang="en-US" altLang="zh-TW" sz="1200" dirty="0" smtClean="0"/>
              <a:t> AP Server</a:t>
            </a:r>
          </a:p>
          <a:p>
            <a:pPr lvl="2"/>
            <a:r>
              <a:rPr lang="en-US" altLang="zh-TW" sz="1050" dirty="0" smtClean="0"/>
              <a:t>SA/FA/PAK/RCTO/Query/Maintain service</a:t>
            </a:r>
          </a:p>
          <a:p>
            <a:pPr lvl="2"/>
            <a:r>
              <a:rPr lang="en-US" altLang="zh-TW" sz="1050" dirty="0" smtClean="0"/>
              <a:t>RBPC</a:t>
            </a:r>
          </a:p>
          <a:p>
            <a:pPr lvl="2"/>
            <a:r>
              <a:rPr lang="en-US" altLang="zh-TW" sz="1050" dirty="0" smtClean="0"/>
              <a:t>Label Template</a:t>
            </a:r>
          </a:p>
          <a:p>
            <a:pPr lvl="2"/>
            <a:r>
              <a:rPr lang="en-US" altLang="zh-TW" sz="1050" dirty="0" smtClean="0"/>
              <a:t>Portal</a:t>
            </a:r>
          </a:p>
          <a:p>
            <a:r>
              <a:rPr lang="en-US" altLang="zh-TW" sz="1600" dirty="0" smtClean="0"/>
              <a:t>Install Mantis system for trace issue</a:t>
            </a:r>
          </a:p>
          <a:p>
            <a:pPr lvl="1"/>
            <a:r>
              <a:rPr lang="en-US" altLang="zh-TW" sz="1200" dirty="0" smtClean="0"/>
              <a:t>PHP server</a:t>
            </a:r>
          </a:p>
          <a:p>
            <a:pPr lvl="1"/>
            <a:r>
              <a:rPr lang="en-US" altLang="zh-TW" sz="1200" dirty="0" err="1" smtClean="0"/>
              <a:t>mySQL</a:t>
            </a:r>
            <a:r>
              <a:rPr lang="en-US" altLang="zh-TW" sz="1200" dirty="0" smtClean="0"/>
              <a:t> DB </a:t>
            </a:r>
          </a:p>
          <a:p>
            <a:r>
              <a:rPr lang="en-US" altLang="zh-TW" sz="1600" dirty="0" smtClean="0"/>
              <a:t>Install Subversion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IMES Installation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541337"/>
          </a:xfrm>
        </p:spPr>
        <p:txBody>
          <a:bodyPr/>
          <a:lstStyle/>
          <a:p>
            <a:r>
              <a:rPr lang="en-US" altLang="zh-TW" dirty="0" err="1" smtClean="0"/>
              <a:t>iMES</a:t>
            </a:r>
            <a:r>
              <a:rPr lang="en-US" altLang="zh-TW" dirty="0" smtClean="0"/>
              <a:t> Production Readiness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781050"/>
            <a:ext cx="9280525" cy="5457826"/>
          </a:xfrm>
        </p:spPr>
        <p:txBody>
          <a:bodyPr/>
          <a:lstStyle/>
          <a:p>
            <a:r>
              <a:rPr lang="en-US" altLang="zh-TW" sz="1600" dirty="0" smtClean="0"/>
              <a:t>DB schema</a:t>
            </a:r>
          </a:p>
          <a:p>
            <a:pPr lvl="1"/>
            <a:r>
              <a:rPr lang="en-US" altLang="zh-TW" sz="1450" dirty="0" smtClean="0"/>
              <a:t>HPIMES</a:t>
            </a:r>
          </a:p>
          <a:p>
            <a:pPr lvl="1"/>
            <a:r>
              <a:rPr lang="en-US" altLang="zh-TW" sz="1450" dirty="0" smtClean="0"/>
              <a:t>HPEDI</a:t>
            </a:r>
          </a:p>
          <a:p>
            <a:pPr lvl="1"/>
            <a:r>
              <a:rPr lang="en-US" altLang="zh-TW" sz="1450" dirty="0" err="1" smtClean="0"/>
              <a:t>GetData</a:t>
            </a:r>
            <a:endParaRPr lang="en-US" altLang="zh-TW" sz="1450" dirty="0" smtClean="0"/>
          </a:p>
          <a:p>
            <a:pPr lvl="1"/>
            <a:r>
              <a:rPr lang="en-US" altLang="zh-TW" sz="1450" dirty="0" err="1" smtClean="0"/>
              <a:t>HPLabelTemplate</a:t>
            </a:r>
            <a:endParaRPr lang="en-US" altLang="zh-TW" sz="1450" dirty="0" smtClean="0"/>
          </a:p>
          <a:p>
            <a:pPr lvl="1"/>
            <a:r>
              <a:rPr lang="en-US" altLang="zh-TW" sz="1450" dirty="0" smtClean="0"/>
              <a:t>HPRBPC4Net</a:t>
            </a:r>
          </a:p>
          <a:p>
            <a:r>
              <a:rPr lang="en-US" altLang="zh-TW" sz="1600" dirty="0" smtClean="0"/>
              <a:t>Replicate PE BOM DB to </a:t>
            </a:r>
            <a:r>
              <a:rPr lang="en-US" altLang="zh-TW" sz="1600" dirty="0" err="1" smtClean="0"/>
              <a:t>GetData</a:t>
            </a:r>
            <a:r>
              <a:rPr lang="en-US" altLang="zh-TW" sz="1600" dirty="0" smtClean="0"/>
              <a:t> DB</a:t>
            </a:r>
          </a:p>
          <a:p>
            <a:pPr lvl="1"/>
            <a:r>
              <a:rPr lang="en-US" altLang="zh-TW" sz="1450" dirty="0" smtClean="0"/>
              <a:t>Replicate  BOM SP</a:t>
            </a:r>
          </a:p>
          <a:p>
            <a:pPr lvl="1"/>
            <a:r>
              <a:rPr lang="en-US" altLang="zh-TW" sz="1450" dirty="0" smtClean="0"/>
              <a:t>PE</a:t>
            </a:r>
            <a:r>
              <a:rPr lang="zh-TW" altLang="en-US" sz="1450" dirty="0" smtClean="0"/>
              <a:t> 直接在 </a:t>
            </a:r>
            <a:r>
              <a:rPr lang="en-US" altLang="zh-TW" sz="1450" dirty="0" err="1" smtClean="0"/>
              <a:t>iMES.GetData</a:t>
            </a:r>
            <a:r>
              <a:rPr lang="en-US" altLang="zh-TW" sz="1450" dirty="0" smtClean="0"/>
              <a:t> </a:t>
            </a:r>
            <a:r>
              <a:rPr lang="zh-TW" altLang="en-US" sz="1450" dirty="0" smtClean="0"/>
              <a:t>建</a:t>
            </a:r>
            <a:r>
              <a:rPr lang="en-US" altLang="zh-TW" sz="1450" dirty="0" smtClean="0"/>
              <a:t>BOM,</a:t>
            </a:r>
            <a:r>
              <a:rPr lang="zh-TW" altLang="en-US" sz="1450" dirty="0" smtClean="0"/>
              <a:t>不須</a:t>
            </a:r>
            <a:r>
              <a:rPr lang="en-US" altLang="zh-TW" sz="1450" dirty="0" smtClean="0"/>
              <a:t>Replicate</a:t>
            </a:r>
          </a:p>
          <a:p>
            <a:r>
              <a:rPr lang="en-US" altLang="zh-TW" sz="1600" dirty="0" smtClean="0"/>
              <a:t>DB Job</a:t>
            </a:r>
          </a:p>
          <a:p>
            <a:r>
              <a:rPr lang="en-US" altLang="zh-TW" sz="1600" dirty="0" err="1" smtClean="0"/>
              <a:t>iMES</a:t>
            </a:r>
            <a:r>
              <a:rPr lang="en-US" altLang="zh-TW" sz="1600" dirty="0" smtClean="0"/>
              <a:t> AP Service</a:t>
            </a:r>
          </a:p>
          <a:p>
            <a:pPr lvl="1"/>
            <a:r>
              <a:rPr lang="en-US" altLang="zh-TW" sz="1450" dirty="0" smtClean="0"/>
              <a:t>SA/FA/PAK/RCTO/Query/Maintain service</a:t>
            </a:r>
          </a:p>
          <a:p>
            <a:pPr lvl="1"/>
            <a:r>
              <a:rPr lang="en-US" altLang="zh-TW" sz="1450" dirty="0" smtClean="0"/>
              <a:t>RBPC</a:t>
            </a:r>
          </a:p>
          <a:p>
            <a:pPr lvl="1"/>
            <a:r>
              <a:rPr lang="en-US" altLang="zh-TW" sz="1450" dirty="0" smtClean="0"/>
              <a:t>Label Template &amp; Web</a:t>
            </a:r>
          </a:p>
          <a:p>
            <a:pPr lvl="1"/>
            <a:r>
              <a:rPr lang="en-US" altLang="zh-TW" sz="1450" dirty="0" smtClean="0"/>
              <a:t>Portal web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IMES Data Model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46088" y="115888"/>
            <a:ext cx="9293225" cy="693737"/>
          </a:xfrm>
        </p:spPr>
        <p:txBody>
          <a:bodyPr/>
          <a:lstStyle/>
          <a:p>
            <a:r>
              <a:rPr lang="en-US" altLang="zh-TW" dirty="0" err="1" smtClean="0"/>
              <a:t>iMES</a:t>
            </a:r>
            <a:r>
              <a:rPr lang="en-US" altLang="zh-TW" dirty="0" smtClean="0"/>
              <a:t> Data </a:t>
            </a:r>
            <a:r>
              <a:rPr lang="en-US" altLang="zh-TW" dirty="0" err="1" smtClean="0"/>
              <a:t>Modelling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885826"/>
            <a:ext cx="9280525" cy="5353050"/>
          </a:xfrm>
        </p:spPr>
        <p:txBody>
          <a:bodyPr/>
          <a:lstStyle/>
          <a:p>
            <a:r>
              <a:rPr lang="en-US" altLang="zh-TW" sz="1400" dirty="0" smtClean="0"/>
              <a:t>FIS Configure Data </a:t>
            </a:r>
            <a:r>
              <a:rPr lang="zh-TW" altLang="en-US" sz="1400" dirty="0" smtClean="0"/>
              <a:t>遷移至 </a:t>
            </a:r>
            <a:r>
              <a:rPr lang="en-US" altLang="zh-TW" sz="1400" dirty="0" err="1" smtClean="0"/>
              <a:t>iMES</a:t>
            </a:r>
            <a:r>
              <a:rPr lang="en-US" altLang="zh-TW" sz="1400" dirty="0" smtClean="0"/>
              <a:t> DB</a:t>
            </a:r>
          </a:p>
          <a:p>
            <a:endParaRPr lang="en-US" altLang="zh-TW" sz="1000" dirty="0" smtClean="0"/>
          </a:p>
          <a:p>
            <a:r>
              <a:rPr lang="en-US" altLang="zh-TW" sz="1400" dirty="0" smtClean="0"/>
              <a:t>FIS Data</a:t>
            </a:r>
            <a:r>
              <a:rPr lang="zh-TW" altLang="en-US" sz="1400" dirty="0" smtClean="0"/>
              <a:t>遷移至 </a:t>
            </a:r>
            <a:r>
              <a:rPr lang="en-US" altLang="zh-TW" sz="1400" dirty="0" err="1" smtClean="0"/>
              <a:t>iMES</a:t>
            </a:r>
            <a:r>
              <a:rPr lang="en-US" altLang="zh-TW" sz="1400" dirty="0" smtClean="0"/>
              <a:t> DB</a:t>
            </a:r>
          </a:p>
          <a:p>
            <a:endParaRPr lang="en-US" altLang="zh-TW" sz="1400" dirty="0" smtClean="0"/>
          </a:p>
          <a:p>
            <a:r>
              <a:rPr lang="en-US" altLang="zh-TW" sz="1400" dirty="0" smtClean="0"/>
              <a:t>BOM</a:t>
            </a:r>
          </a:p>
          <a:p>
            <a:pPr lvl="1"/>
            <a:r>
              <a:rPr lang="en-US" altLang="zh-TW" sz="1200" dirty="0" smtClean="0"/>
              <a:t>Replication</a:t>
            </a:r>
          </a:p>
          <a:p>
            <a:pPr lvl="1">
              <a:buNone/>
            </a:pPr>
            <a:endParaRPr lang="en-US" altLang="zh-TW" sz="1200" dirty="0" smtClean="0"/>
          </a:p>
          <a:p>
            <a:r>
              <a:rPr lang="en-US" altLang="zh-TW" sz="1600" dirty="0" smtClean="0"/>
              <a:t>Process flow</a:t>
            </a:r>
          </a:p>
          <a:p>
            <a:pPr lvl="1"/>
            <a:r>
              <a:rPr lang="en-US" altLang="zh-TW" sz="1400" dirty="0" smtClean="0"/>
              <a:t>Confirm Process Station &amp; flow</a:t>
            </a:r>
          </a:p>
          <a:p>
            <a:pPr lvl="2"/>
            <a:r>
              <a:rPr lang="en-US" altLang="zh-TW" sz="1100" dirty="0" smtClean="0"/>
              <a:t>Draw Process flow diagram</a:t>
            </a:r>
          </a:p>
          <a:p>
            <a:pPr lvl="1"/>
            <a:r>
              <a:rPr lang="en-US" altLang="zh-TW" sz="1400" dirty="0" smtClean="0"/>
              <a:t>Configure Process flow</a:t>
            </a:r>
          </a:p>
          <a:p>
            <a:pPr lvl="2"/>
            <a:r>
              <a:rPr lang="en-US" altLang="zh-TW" sz="1000" dirty="0" smtClean="0"/>
              <a:t>Line</a:t>
            </a:r>
          </a:p>
          <a:p>
            <a:pPr lvl="2"/>
            <a:r>
              <a:rPr lang="en-US" altLang="zh-TW" sz="1000" dirty="0" smtClean="0"/>
              <a:t>Station</a:t>
            </a:r>
          </a:p>
          <a:p>
            <a:pPr lvl="2"/>
            <a:r>
              <a:rPr lang="en-US" altLang="zh-TW" sz="1000" dirty="0" smtClean="0"/>
              <a:t>Process</a:t>
            </a:r>
          </a:p>
          <a:p>
            <a:r>
              <a:rPr lang="en-US" altLang="zh-TW" sz="1600" dirty="0" smtClean="0"/>
              <a:t>Label Template</a:t>
            </a:r>
          </a:p>
          <a:p>
            <a:pPr lvl="1"/>
            <a:r>
              <a:rPr lang="en-US" altLang="zh-TW" sz="1200" dirty="0" smtClean="0"/>
              <a:t>Confirm print Template </a:t>
            </a:r>
          </a:p>
          <a:p>
            <a:pPr lvl="2"/>
            <a:r>
              <a:rPr lang="en-US" altLang="zh-TW" sz="800" dirty="0" smtClean="0"/>
              <a:t>SA</a:t>
            </a:r>
          </a:p>
          <a:p>
            <a:pPr lvl="2"/>
            <a:r>
              <a:rPr lang="en-US" altLang="zh-TW" sz="800" dirty="0" smtClean="0"/>
              <a:t>FA</a:t>
            </a:r>
          </a:p>
          <a:p>
            <a:pPr lvl="2"/>
            <a:r>
              <a:rPr lang="en-US" altLang="zh-TW" sz="800" dirty="0" smtClean="0"/>
              <a:t>PAK</a:t>
            </a:r>
          </a:p>
          <a:p>
            <a:pPr lvl="2"/>
            <a:r>
              <a:rPr lang="en-US" altLang="zh-TW" sz="800" dirty="0" smtClean="0"/>
              <a:t>RCTO</a:t>
            </a:r>
          </a:p>
          <a:p>
            <a:r>
              <a:rPr lang="en-US" altLang="zh-TW" sz="1600" dirty="0" smtClean="0"/>
              <a:t>SA</a:t>
            </a:r>
          </a:p>
          <a:p>
            <a:r>
              <a:rPr lang="en-US" altLang="zh-TW" sz="1600" dirty="0" smtClean="0"/>
              <a:t>FA</a:t>
            </a:r>
          </a:p>
          <a:p>
            <a:r>
              <a:rPr lang="en-US" altLang="zh-TW" sz="1600" dirty="0" smtClean="0"/>
              <a:t>PAK</a:t>
            </a:r>
          </a:p>
          <a:p>
            <a:r>
              <a:rPr lang="en-US" altLang="zh-TW" sz="1600" dirty="0" smtClean="0"/>
              <a:t>RCTO</a:t>
            </a:r>
          </a:p>
          <a:p>
            <a:endParaRPr lang="zh-TW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IMES Test Plan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iMES</a:t>
            </a:r>
            <a:r>
              <a:rPr lang="en-US" altLang="zh-TW" dirty="0" smtClean="0"/>
              <a:t> Test Plan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876300"/>
            <a:ext cx="9280525" cy="5362575"/>
          </a:xfrm>
        </p:spPr>
        <p:txBody>
          <a:bodyPr/>
          <a:lstStyle/>
          <a:p>
            <a:r>
              <a:rPr lang="en-US" altLang="zh-TW" sz="2000" dirty="0" smtClean="0"/>
              <a:t>SA</a:t>
            </a:r>
            <a:endParaRPr lang="en-US" altLang="zh-TW" sz="1600" dirty="0" smtClean="0"/>
          </a:p>
          <a:p>
            <a:r>
              <a:rPr lang="en-US" altLang="zh-TW" sz="2000" dirty="0" smtClean="0"/>
              <a:t>FA</a:t>
            </a:r>
          </a:p>
          <a:p>
            <a:r>
              <a:rPr lang="en-US" altLang="zh-TW" sz="2000" dirty="0" smtClean="0"/>
              <a:t>PAK</a:t>
            </a:r>
          </a:p>
          <a:p>
            <a:r>
              <a:rPr lang="en-US" altLang="zh-TW" sz="2000" dirty="0" smtClean="0"/>
              <a:t>RCTO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IMES New Requirement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74663" y="115888"/>
            <a:ext cx="9293225" cy="569912"/>
          </a:xfrm>
        </p:spPr>
        <p:txBody>
          <a:bodyPr/>
          <a:lstStyle/>
          <a:p>
            <a:r>
              <a:rPr lang="en-US" altLang="zh-TW" dirty="0" err="1" smtClean="0"/>
              <a:t>iMES</a:t>
            </a:r>
            <a:r>
              <a:rPr lang="en-US" altLang="zh-TW" dirty="0" smtClean="0"/>
              <a:t> Modify Requirement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84188" y="742950"/>
            <a:ext cx="9280525" cy="5495925"/>
          </a:xfrm>
        </p:spPr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7513" y="2668588"/>
            <a:ext cx="9293225" cy="1143000"/>
          </a:xfrm>
        </p:spPr>
        <p:txBody>
          <a:bodyPr/>
          <a:lstStyle/>
          <a:p>
            <a:pPr algn="ctr"/>
            <a:r>
              <a:rPr lang="en-US" altLang="zh-TW" u="sng" dirty="0" smtClean="0"/>
              <a:t>IMES Training Plan</a:t>
            </a:r>
            <a:endParaRPr lang="zh-TW" altLang="en-US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ChangeArrowheads="1"/>
          </p:cNvSpPr>
          <p:nvPr/>
        </p:nvSpPr>
        <p:spPr bwMode="auto">
          <a:xfrm>
            <a:off x="3978275" y="5000625"/>
            <a:ext cx="222885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altLang="zh-TW" sz="2600" b="0"/>
              <a:t>Thank You</a:t>
            </a:r>
          </a:p>
        </p:txBody>
      </p:sp>
      <p:cxnSp>
        <p:nvCxnSpPr>
          <p:cNvPr id="13315" name="直線接點 6"/>
          <p:cNvCxnSpPr>
            <a:cxnSpLocks noChangeShapeType="1"/>
          </p:cNvCxnSpPr>
          <p:nvPr/>
        </p:nvCxnSpPr>
        <p:spPr bwMode="auto">
          <a:xfrm>
            <a:off x="3051175" y="5019675"/>
            <a:ext cx="4003675" cy="1588"/>
          </a:xfrm>
          <a:prstGeom prst="line">
            <a:avLst/>
          </a:prstGeom>
          <a:noFill/>
          <a:ln w="9525" algn="ctr">
            <a:solidFill>
              <a:srgbClr val="333333"/>
            </a:solidFill>
            <a:round/>
            <a:headEnd/>
            <a:tailEnd/>
          </a:ln>
        </p:spPr>
      </p:cxnSp>
      <p:sp>
        <p:nvSpPr>
          <p:cNvPr id="13316" name="Rectangle 2"/>
          <p:cNvSpPr txBox="1">
            <a:spLocks noChangeArrowheads="1"/>
          </p:cNvSpPr>
          <p:nvPr/>
        </p:nvSpPr>
        <p:spPr bwMode="auto">
          <a:xfrm>
            <a:off x="2751138" y="4492625"/>
            <a:ext cx="4570412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  <a:spcBef>
                <a:spcPct val="0"/>
              </a:spcBef>
            </a:pPr>
            <a:r>
              <a:rPr lang="en-US" altLang="zh-TW" sz="3300" b="0"/>
              <a:t>Question and Answer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ventec NEW CIS A">
  <a:themeElements>
    <a:clrScheme name="Inventec NEW CIS 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Inventec NEW CIS A">
      <a:majorFont>
        <a:latin typeface="Arial Unicode MS"/>
        <a:ea typeface="Arial Unicode MS"/>
        <a:cs typeface="Arial Unicode MS"/>
      </a:majorFont>
      <a:minorFont>
        <a:latin typeface="Arial Unicode MS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lnDef>
  </a:objectDefaults>
  <a:extraClrSchemeLst>
    <a:extraClrScheme>
      <a:clrScheme name="Inventec NEW CIS 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ventec NEW CIS 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ventec NEW CIS 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 Unicode MS"/>
        <a:ea typeface="新細明體"/>
        <a:cs typeface=""/>
      </a:majorFont>
      <a:minorFont>
        <a:latin typeface="Arial Unicode MS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Unicode MS" pitchFamily="34" charset="-120"/>
            <a:ea typeface="Arial Unicode MS" pitchFamily="34" charset="-120"/>
            <a:cs typeface="Arial Unicode MS" pitchFamily="34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自訂設計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14892</TotalTime>
  <Words>589</Words>
  <Application>Microsoft Office PowerPoint</Application>
  <PresentationFormat>A4 紙張 (210x297 公釐)</PresentationFormat>
  <Paragraphs>192</Paragraphs>
  <Slides>20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2" baseType="lpstr">
      <vt:lpstr>Inventec NEW CIS A</vt:lpstr>
      <vt:lpstr>自訂設計</vt:lpstr>
      <vt:lpstr>ICC iMES Plan </vt:lpstr>
      <vt:lpstr>ICC IMES Deploy Schedule </vt:lpstr>
      <vt:lpstr>Preparation Check Item –Infrastructure</vt:lpstr>
      <vt:lpstr>Preparation Check Item – Installation</vt:lpstr>
      <vt:lpstr>Preparation Check Item – Business Logical</vt:lpstr>
      <vt:lpstr>HW Infrastructure</vt:lpstr>
      <vt:lpstr>HW Information </vt:lpstr>
      <vt:lpstr>iMES Infrastructure—Production Environment</vt:lpstr>
      <vt:lpstr>iMES Infrastructure—Test Environment</vt:lpstr>
      <vt:lpstr>IMES Installation</vt:lpstr>
      <vt:lpstr>iMES Production Readiness </vt:lpstr>
      <vt:lpstr>IMES Data Model</vt:lpstr>
      <vt:lpstr>iMES Data Modelling </vt:lpstr>
      <vt:lpstr>IMES Test Plan</vt:lpstr>
      <vt:lpstr>iMES Test Plan</vt:lpstr>
      <vt:lpstr>IMES New Requirement</vt:lpstr>
      <vt:lpstr>iMES Modify Requirement</vt:lpstr>
      <vt:lpstr>IMES Training Plan</vt:lpstr>
      <vt:lpstr>投影片 19</vt:lpstr>
      <vt:lpstr>投影片 20</vt:lpstr>
    </vt:vector>
  </TitlesOfParts>
  <Company>IEC1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Inventec NEW CIS</dc:title>
  <dc:creator>iec930499</dc:creator>
  <cp:lastModifiedBy>iec990282</cp:lastModifiedBy>
  <cp:revision>1456</cp:revision>
  <dcterms:created xsi:type="dcterms:W3CDTF">2005-04-26T02:51:16Z</dcterms:created>
  <dcterms:modified xsi:type="dcterms:W3CDTF">2012-10-26T04:56:40Z</dcterms:modified>
</cp:coreProperties>
</file>